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0104100" cy="12465050"/>
  <p:notesSz cx="20104100" cy="124650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348418"/>
            <a:ext cx="17088486" cy="22682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2F2F2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048756"/>
            <a:ext cx="14072870" cy="2700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2F2F2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2F2F2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484310"/>
            <a:ext cx="8745284" cy="71288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484310"/>
            <a:ext cx="8745284" cy="71288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2F2F2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1049" y="657282"/>
            <a:ext cx="8556507" cy="2734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2F2F2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484310"/>
            <a:ext cx="18093690" cy="71288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045256"/>
            <a:ext cx="6433312" cy="5400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045256"/>
            <a:ext cx="4623943" cy="5400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045256"/>
            <a:ext cx="4623943" cy="5400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jp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Relationship Id="rId4" Type="http://schemas.openxmlformats.org/officeDocument/2006/relationships/image" Target="../media/image5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jp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jp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jpg"/><Relationship Id="rId3" Type="http://schemas.openxmlformats.org/officeDocument/2006/relationships/image" Target="../media/image87.jpg"/><Relationship Id="rId4" Type="http://schemas.openxmlformats.org/officeDocument/2006/relationships/image" Target="../media/image8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725" y="5444864"/>
            <a:ext cx="494225" cy="56123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964" y="5587268"/>
            <a:ext cx="393705" cy="41883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9307" y="5578892"/>
            <a:ext cx="393705" cy="43558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26073" y="5587268"/>
            <a:ext cx="242924" cy="41883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61662" y="5436488"/>
            <a:ext cx="460718" cy="57799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72642" y="5578892"/>
            <a:ext cx="385328" cy="43558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84141" y="5578892"/>
            <a:ext cx="393705" cy="42721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36483" y="5578892"/>
            <a:ext cx="385328" cy="42721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98243" y="5587268"/>
            <a:ext cx="385328" cy="42721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67339" y="5578892"/>
            <a:ext cx="645006" cy="42721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46893" y="5444864"/>
            <a:ext cx="544486" cy="56123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83523" y="5595646"/>
            <a:ext cx="226171" cy="40208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544242" y="5436488"/>
            <a:ext cx="410458" cy="577993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05725" y="4506672"/>
            <a:ext cx="586369" cy="561239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759109" y="4640699"/>
            <a:ext cx="410458" cy="43558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253334" y="4640699"/>
            <a:ext cx="393705" cy="427212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705676" y="4640699"/>
            <a:ext cx="410458" cy="435589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83149" y="4640699"/>
            <a:ext cx="385328" cy="56123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635491" y="4640699"/>
            <a:ext cx="385328" cy="43558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087833" y="4649077"/>
            <a:ext cx="234547" cy="418835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531799" y="4649077"/>
            <a:ext cx="393705" cy="427212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984141" y="4640699"/>
            <a:ext cx="360198" cy="435589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604018" y="4640699"/>
            <a:ext cx="385328" cy="427212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047983" y="4640699"/>
            <a:ext cx="402082" cy="561239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659482" y="4506672"/>
            <a:ext cx="259677" cy="561239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986175" y="4640699"/>
            <a:ext cx="385328" cy="435589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438517" y="4640699"/>
            <a:ext cx="385328" cy="427212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899235" y="4506672"/>
            <a:ext cx="393705" cy="561239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544242" y="4640699"/>
            <a:ext cx="385328" cy="427212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988208" y="4649077"/>
            <a:ext cx="343445" cy="418835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105725" y="3568480"/>
            <a:ext cx="879554" cy="569616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077423" y="3710884"/>
            <a:ext cx="661759" cy="418835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199902" y="3702508"/>
            <a:ext cx="385328" cy="435589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7438517" y="3710884"/>
            <a:ext cx="393705" cy="427212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7882482" y="3593610"/>
            <a:ext cx="268054" cy="536109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8393462" y="3710884"/>
            <a:ext cx="393705" cy="418835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8854180" y="3702508"/>
            <a:ext cx="393705" cy="427212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9549448" y="4640699"/>
            <a:ext cx="402081" cy="435589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0043672" y="4640699"/>
            <a:ext cx="385328" cy="427212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0496015" y="4506672"/>
            <a:ext cx="402081" cy="569616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2565059" y="0"/>
            <a:ext cx="7539038" cy="10797585"/>
          </a:xfrm>
          <a:prstGeom prst="rect">
            <a:avLst/>
          </a:prstGeom>
        </p:spPr>
      </p:pic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2773602" y="3304478"/>
            <a:ext cx="5568315" cy="9906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24865" algn="l"/>
                <a:tab pos="5381625" algn="l"/>
              </a:tabLst>
            </a:pPr>
            <a:r>
              <a:rPr dirty="0" sz="6300" spc="-25">
                <a:solidFill>
                  <a:srgbClr val="3A3A3A"/>
                </a:solidFill>
              </a:rPr>
              <a:t>il</a:t>
            </a:r>
            <a:r>
              <a:rPr dirty="0" sz="6300">
                <a:solidFill>
                  <a:srgbClr val="3A3A3A"/>
                </a:solidFill>
              </a:rPr>
              <a:t>	</a:t>
            </a:r>
            <a:r>
              <a:rPr dirty="0" sz="6300">
                <a:solidFill>
                  <a:srgbClr val="363636"/>
                </a:solidFill>
              </a:rPr>
              <a:t>i</a:t>
            </a:r>
            <a:r>
              <a:rPr dirty="0" sz="6300" spc="-390">
                <a:solidFill>
                  <a:srgbClr val="363636"/>
                </a:solidFill>
              </a:rPr>
              <a:t> </a:t>
            </a:r>
            <a:r>
              <a:rPr dirty="0" sz="6300" spc="-180">
                <a:solidFill>
                  <a:srgbClr val="363636"/>
                </a:solidFill>
              </a:rPr>
              <a:t>Test</a:t>
            </a:r>
            <a:r>
              <a:rPr dirty="0" sz="6300" spc="-170">
                <a:solidFill>
                  <a:srgbClr val="363636"/>
                </a:solidFill>
              </a:rPr>
              <a:t> </a:t>
            </a:r>
            <a:r>
              <a:rPr dirty="0" sz="6300" spc="-20">
                <a:solidFill>
                  <a:srgbClr val="343434"/>
                </a:solidFill>
              </a:rPr>
              <a:t>Exec</a:t>
            </a:r>
            <a:r>
              <a:rPr dirty="0" sz="6300">
                <a:solidFill>
                  <a:srgbClr val="343434"/>
                </a:solidFill>
              </a:rPr>
              <a:t>	</a:t>
            </a:r>
            <a:r>
              <a:rPr dirty="0" sz="6300" spc="-50">
                <a:solidFill>
                  <a:srgbClr val="3B3B3B"/>
                </a:solidFill>
              </a:rPr>
              <a:t>i</a:t>
            </a:r>
            <a:endParaRPr sz="6300"/>
          </a:p>
        </p:txBody>
      </p:sp>
      <p:sp>
        <p:nvSpPr>
          <p:cNvPr id="44" name="object 44" descr=""/>
          <p:cNvSpPr txBox="1"/>
          <p:nvPr/>
        </p:nvSpPr>
        <p:spPr>
          <a:xfrm>
            <a:off x="2508086" y="4484199"/>
            <a:ext cx="6006465" cy="1680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6230">
              <a:lnSpc>
                <a:spcPct val="100000"/>
              </a:lnSpc>
              <a:spcBef>
                <a:spcPts val="95"/>
              </a:spcBef>
              <a:tabLst>
                <a:tab pos="5796280" algn="l"/>
              </a:tabLst>
            </a:pPr>
            <a:r>
              <a:rPr dirty="0" sz="4400" spc="-50">
                <a:solidFill>
                  <a:srgbClr val="3B3B3B"/>
                </a:solidFill>
                <a:latin typeface="Calibri"/>
                <a:cs typeface="Calibri"/>
              </a:rPr>
              <a:t>I</a:t>
            </a:r>
            <a:r>
              <a:rPr dirty="0" sz="4400">
                <a:solidFill>
                  <a:srgbClr val="3B3B3B"/>
                </a:solidFill>
                <a:latin typeface="Calibri"/>
                <a:cs typeface="Calibri"/>
              </a:rPr>
              <a:t>	</a:t>
            </a:r>
            <a:r>
              <a:rPr dirty="0" sz="4400" spc="-50">
                <a:solidFill>
                  <a:srgbClr val="3B3B3B"/>
                </a:solidFill>
                <a:latin typeface="Calibri"/>
                <a:cs typeface="Calibri"/>
              </a:rPr>
              <a:t>I</a:t>
            </a:r>
            <a:endParaRPr sz="4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  <a:tabLst>
                <a:tab pos="2265045" algn="l"/>
                <a:tab pos="3345815" algn="l"/>
                <a:tab pos="5816600" algn="l"/>
              </a:tabLst>
            </a:pPr>
            <a:r>
              <a:rPr dirty="0" sz="6250" spc="-25">
                <a:solidFill>
                  <a:srgbClr val="363636"/>
                </a:solidFill>
                <a:latin typeface="Calibri"/>
                <a:cs typeface="Calibri"/>
              </a:rPr>
              <a:t>ke</a:t>
            </a:r>
            <a:r>
              <a:rPr dirty="0" sz="6250">
                <a:solidFill>
                  <a:srgbClr val="363636"/>
                </a:solidFill>
                <a:latin typeface="Calibri"/>
                <a:cs typeface="Calibri"/>
              </a:rPr>
              <a:t>	</a:t>
            </a:r>
            <a:r>
              <a:rPr dirty="0" sz="6250" spc="-50">
                <a:solidFill>
                  <a:srgbClr val="3B3B3B"/>
                </a:solidFill>
                <a:latin typeface="Calibri"/>
                <a:cs typeface="Calibri"/>
              </a:rPr>
              <a:t>i</a:t>
            </a:r>
            <a:r>
              <a:rPr dirty="0" sz="6250">
                <a:solidFill>
                  <a:srgbClr val="3B3B3B"/>
                </a:solidFill>
                <a:latin typeface="Calibri"/>
                <a:cs typeface="Calibri"/>
              </a:rPr>
              <a:t>	</a:t>
            </a:r>
            <a:r>
              <a:rPr dirty="0" sz="6250" spc="-50">
                <a:solidFill>
                  <a:srgbClr val="363636"/>
                </a:solidFill>
                <a:latin typeface="Calibri"/>
                <a:cs typeface="Calibri"/>
              </a:rPr>
              <a:t>i</a:t>
            </a:r>
            <a:r>
              <a:rPr dirty="0" sz="6250">
                <a:solidFill>
                  <a:srgbClr val="363636"/>
                </a:solidFill>
                <a:latin typeface="Calibri"/>
                <a:cs typeface="Calibri"/>
              </a:rPr>
              <a:t>	</a:t>
            </a:r>
            <a:r>
              <a:rPr dirty="0" sz="6250" spc="-50">
                <a:solidFill>
                  <a:srgbClr val="363636"/>
                </a:solidFill>
                <a:latin typeface="Calibri"/>
                <a:cs typeface="Calibri"/>
              </a:rPr>
              <a:t>i</a:t>
            </a:r>
            <a:endParaRPr sz="625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010188" y="6637015"/>
            <a:ext cx="7234555" cy="1243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3368675" algn="l"/>
              </a:tabLst>
            </a:pPr>
            <a:r>
              <a:rPr dirty="0" sz="2550">
                <a:solidFill>
                  <a:srgbClr val="424242"/>
                </a:solidFill>
                <a:latin typeface="Calibri"/>
                <a:cs typeface="Calibri"/>
              </a:rPr>
              <a:t>Student:</a:t>
            </a:r>
            <a:r>
              <a:rPr dirty="0" sz="2550" spc="32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550">
                <a:solidFill>
                  <a:srgbClr val="4F4F4F"/>
                </a:solidFill>
                <a:latin typeface="Calibri"/>
                <a:cs typeface="Calibri"/>
              </a:rPr>
              <a:t>Ankush</a:t>
            </a:r>
            <a:r>
              <a:rPr dirty="0" sz="2550" spc="35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2550" spc="-20">
                <a:solidFill>
                  <a:srgbClr val="494949"/>
                </a:solidFill>
                <a:latin typeface="Calibri"/>
                <a:cs typeface="Calibri"/>
              </a:rPr>
              <a:t>Verma</a:t>
            </a:r>
            <a:r>
              <a:rPr dirty="0" sz="2550">
                <a:solidFill>
                  <a:srgbClr val="494949"/>
                </a:solidFill>
                <a:latin typeface="Calibri"/>
                <a:cs typeface="Calibri"/>
              </a:rPr>
              <a:t>	</a:t>
            </a:r>
            <a:r>
              <a:rPr dirty="0" baseline="-7625" sz="3825">
                <a:solidFill>
                  <a:srgbClr val="4B4B4B"/>
                </a:solidFill>
                <a:latin typeface="Calibri"/>
                <a:cs typeface="Calibri"/>
              </a:rPr>
              <a:t>I</a:t>
            </a:r>
            <a:r>
              <a:rPr dirty="0" baseline="-7625" sz="3825" spc="61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550">
                <a:solidFill>
                  <a:srgbClr val="464646"/>
                </a:solidFill>
                <a:latin typeface="Calibri"/>
                <a:cs typeface="Calibri"/>
              </a:rPr>
              <a:t>Course:</a:t>
            </a:r>
            <a:r>
              <a:rPr dirty="0" sz="2550" spc="16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550" spc="70">
                <a:solidFill>
                  <a:srgbClr val="444444"/>
                </a:solidFill>
                <a:latin typeface="Calibri"/>
                <a:cs typeface="Calibri"/>
              </a:rPr>
              <a:t>Devops</a:t>
            </a:r>
            <a:r>
              <a:rPr dirty="0" sz="2550" spc="10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550" spc="-10">
                <a:solidFill>
                  <a:srgbClr val="444444"/>
                </a:solidFill>
                <a:latin typeface="Calibri"/>
                <a:cs typeface="Calibri"/>
              </a:rPr>
              <a:t>(CSE3253)</a:t>
            </a:r>
            <a:endParaRPr sz="2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550">
              <a:latin typeface="Calibri"/>
              <a:cs typeface="Calibri"/>
            </a:endParaRPr>
          </a:p>
          <a:p>
            <a:pPr marL="43180">
              <a:lnSpc>
                <a:spcPct val="100000"/>
              </a:lnSpc>
            </a:pPr>
            <a:r>
              <a:rPr dirty="0" sz="2550" spc="95">
                <a:solidFill>
                  <a:srgbClr val="545454"/>
                </a:solidFill>
                <a:latin typeface="Calibri"/>
                <a:cs typeface="Calibri"/>
              </a:rPr>
              <a:t>Reg</a:t>
            </a:r>
            <a:r>
              <a:rPr dirty="0" sz="2550" spc="12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2550">
                <a:solidFill>
                  <a:srgbClr val="505050"/>
                </a:solidFill>
                <a:latin typeface="Calibri"/>
                <a:cs typeface="Calibri"/>
              </a:rPr>
              <a:t>No:</a:t>
            </a:r>
            <a:r>
              <a:rPr dirty="0" sz="2550" spc="6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dirty="0" sz="2550" spc="45">
                <a:solidFill>
                  <a:srgbClr val="484848"/>
                </a:solidFill>
                <a:latin typeface="Calibri"/>
                <a:cs typeface="Calibri"/>
              </a:rPr>
              <a:t>23FE10CSE00100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3198" y="3166397"/>
            <a:ext cx="10914850" cy="638305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218" y="1625082"/>
            <a:ext cx="720396" cy="55286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9072" y="1759110"/>
            <a:ext cx="645006" cy="42721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12817" y="1759110"/>
            <a:ext cx="385328" cy="42721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65160" y="1759110"/>
            <a:ext cx="393705" cy="56123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10166" y="1616705"/>
            <a:ext cx="594746" cy="569616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8711775" y="1625082"/>
            <a:ext cx="117475" cy="561340"/>
            <a:chOff x="8711775" y="1625082"/>
            <a:chExt cx="117475" cy="561340"/>
          </a:xfrm>
        </p:grpSpPr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11775" y="1625082"/>
              <a:ext cx="117273" cy="56123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11775" y="1625082"/>
              <a:ext cx="117273" cy="56123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786645" y="1377834"/>
            <a:ext cx="2800350" cy="970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200" spc="95">
                <a:solidFill>
                  <a:srgbClr val="313131"/>
                </a:solidFill>
              </a:rPr>
              <a:t>hy</a:t>
            </a:r>
            <a:r>
              <a:rPr dirty="0" sz="6200" spc="-195">
                <a:solidFill>
                  <a:srgbClr val="313131"/>
                </a:solidFill>
              </a:rPr>
              <a:t> </a:t>
            </a:r>
            <a:r>
              <a:rPr dirty="0" sz="6200" spc="130">
                <a:solidFill>
                  <a:srgbClr val="333333"/>
                </a:solidFill>
              </a:rPr>
              <a:t>Auto</a:t>
            </a:r>
            <a:endParaRPr sz="6200"/>
          </a:p>
        </p:txBody>
      </p:sp>
      <p:sp>
        <p:nvSpPr>
          <p:cNvPr id="12" name="object 12" descr=""/>
          <p:cNvSpPr txBox="1"/>
          <p:nvPr/>
        </p:nvSpPr>
        <p:spPr>
          <a:xfrm>
            <a:off x="5322248" y="1377834"/>
            <a:ext cx="3310254" cy="970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200" spc="204">
                <a:solidFill>
                  <a:srgbClr val="343434"/>
                </a:solidFill>
                <a:latin typeface="Arial MT"/>
                <a:cs typeface="Arial MT"/>
              </a:rPr>
              <a:t>oted</a:t>
            </a:r>
            <a:r>
              <a:rPr dirty="0" sz="6200" spc="-434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6200" spc="-90">
                <a:solidFill>
                  <a:srgbClr val="313131"/>
                </a:solidFill>
                <a:latin typeface="Arial MT"/>
                <a:cs typeface="Arial MT"/>
              </a:rPr>
              <a:t>Test</a:t>
            </a:r>
            <a:endParaRPr sz="62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641458" y="1377834"/>
            <a:ext cx="2152650" cy="970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200" spc="170">
                <a:solidFill>
                  <a:srgbClr val="2F2F2F"/>
                </a:solidFill>
                <a:latin typeface="Arial MT"/>
                <a:cs typeface="Arial MT"/>
              </a:rPr>
              <a:t>otters</a:t>
            </a:r>
            <a:endParaRPr sz="62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228132" y="3933289"/>
            <a:ext cx="5634355" cy="4649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955" marR="168910" indent="-3175">
              <a:lnSpc>
                <a:spcPct val="138600"/>
              </a:lnSpc>
              <a:spcBef>
                <a:spcPts val="95"/>
              </a:spcBef>
            </a:pPr>
            <a:r>
              <a:rPr dirty="0" sz="2300" spc="60">
                <a:solidFill>
                  <a:srgbClr val="494949"/>
                </a:solidFill>
                <a:latin typeface="Arial MT"/>
                <a:cs typeface="Arial MT"/>
              </a:rPr>
              <a:t>Modern</a:t>
            </a:r>
            <a:r>
              <a:rPr dirty="0" sz="2300" spc="254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94949"/>
                </a:solidFill>
                <a:latin typeface="Arial MT"/>
                <a:cs typeface="Arial MT"/>
              </a:rPr>
              <a:t>software</a:t>
            </a:r>
            <a:r>
              <a:rPr dirty="0" sz="2300" spc="31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94949"/>
                </a:solidFill>
                <a:latin typeface="Arial MT"/>
                <a:cs typeface="Arial MT"/>
              </a:rPr>
              <a:t>development</a:t>
            </a:r>
            <a:r>
              <a:rPr dirty="0" sz="2300" spc="4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D4D4D"/>
                </a:solidFill>
                <a:latin typeface="Arial MT"/>
                <a:cs typeface="Arial MT"/>
              </a:rPr>
              <a:t>demands </a:t>
            </a:r>
            <a:r>
              <a:rPr dirty="0" sz="2300">
                <a:solidFill>
                  <a:srgbClr val="414141"/>
                </a:solidFill>
                <a:latin typeface="Arial MT"/>
                <a:cs typeface="Arial MT"/>
              </a:rPr>
              <a:t>rapid</a:t>
            </a:r>
            <a:r>
              <a:rPr dirty="0" sz="2300" spc="14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300" spc="55">
                <a:solidFill>
                  <a:srgbClr val="3F3F3F"/>
                </a:solidFill>
                <a:latin typeface="Arial MT"/>
                <a:cs typeface="Arial MT"/>
              </a:rPr>
              <a:t>iteration</a:t>
            </a:r>
            <a:r>
              <a:rPr dirty="0" sz="2300" spc="1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64646"/>
                </a:solidFill>
                <a:latin typeface="Arial MT"/>
                <a:cs typeface="Arial MT"/>
              </a:rPr>
              <a:t>and</a:t>
            </a:r>
            <a:r>
              <a:rPr dirty="0" sz="2300" spc="4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 spc="55">
                <a:solidFill>
                  <a:srgbClr val="484848"/>
                </a:solidFill>
                <a:latin typeface="Arial MT"/>
                <a:cs typeface="Arial MT"/>
              </a:rPr>
              <a:t>frequent</a:t>
            </a:r>
            <a:r>
              <a:rPr dirty="0" sz="2300" spc="16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14141"/>
                </a:solidFill>
                <a:latin typeface="Arial MT"/>
                <a:cs typeface="Arial MT"/>
              </a:rPr>
              <a:t>releases.</a:t>
            </a:r>
            <a:endParaRPr sz="2300">
              <a:latin typeface="Arial MT"/>
              <a:cs typeface="Arial MT"/>
            </a:endParaRPr>
          </a:p>
          <a:p>
            <a:pPr marL="12700" marR="258445" indent="3175">
              <a:lnSpc>
                <a:spcPct val="138600"/>
              </a:lnSpc>
            </a:pPr>
            <a:r>
              <a:rPr dirty="0" sz="2300">
                <a:solidFill>
                  <a:srgbClr val="3B3B3B"/>
                </a:solidFill>
                <a:latin typeface="Arial MT"/>
                <a:cs typeface="Arial MT"/>
              </a:rPr>
              <a:t>Automated</a:t>
            </a:r>
            <a:r>
              <a:rPr dirty="0" sz="2300" spc="26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300" spc="60">
                <a:solidFill>
                  <a:srgbClr val="424242"/>
                </a:solidFill>
                <a:latin typeface="Arial MT"/>
                <a:cs typeface="Arial MT"/>
              </a:rPr>
              <a:t>testing</a:t>
            </a:r>
            <a:r>
              <a:rPr dirty="0" sz="2300" spc="229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84848"/>
                </a:solidFill>
                <a:latin typeface="Arial MT"/>
                <a:cs typeface="Arial MT"/>
              </a:rPr>
              <a:t>ensures</a:t>
            </a:r>
            <a:r>
              <a:rPr dirty="0" sz="2300" spc="25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F3F3F"/>
                </a:solidFill>
                <a:latin typeface="Arial MT"/>
                <a:cs typeface="Arial MT"/>
              </a:rPr>
              <a:t>code</a:t>
            </a:r>
            <a:r>
              <a:rPr dirty="0" sz="2300" spc="21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44444"/>
                </a:solidFill>
                <a:latin typeface="Arial MT"/>
                <a:cs typeface="Arial MT"/>
              </a:rPr>
              <a:t>quality </a:t>
            </a:r>
            <a:r>
              <a:rPr dirty="0" sz="2300">
                <a:solidFill>
                  <a:srgbClr val="464646"/>
                </a:solidFill>
                <a:latin typeface="Arial MT"/>
                <a:cs typeface="Arial MT"/>
              </a:rPr>
              <a:t>while</a:t>
            </a:r>
            <a:r>
              <a:rPr dirty="0" sz="2300" spc="18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83838"/>
                </a:solidFill>
                <a:latin typeface="Arial MT"/>
                <a:cs typeface="Arial MT"/>
              </a:rPr>
              <a:t>enabling</a:t>
            </a:r>
            <a:r>
              <a:rPr dirty="0" sz="2300" spc="19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14141"/>
                </a:solidFill>
                <a:latin typeface="Arial MT"/>
                <a:cs typeface="Arial MT"/>
              </a:rPr>
              <a:t>teams</a:t>
            </a:r>
            <a:r>
              <a:rPr dirty="0" sz="2300" spc="17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94949"/>
                </a:solidFill>
                <a:latin typeface="Arial MT"/>
                <a:cs typeface="Arial MT"/>
              </a:rPr>
              <a:t>to</a:t>
            </a:r>
            <a:r>
              <a:rPr dirty="0" sz="2300" spc="38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05050"/>
                </a:solidFill>
                <a:latin typeface="Arial MT"/>
                <a:cs typeface="Arial MT"/>
              </a:rPr>
              <a:t>ship</a:t>
            </a:r>
            <a:r>
              <a:rPr dirty="0" sz="2300" spc="21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Arial MT"/>
                <a:cs typeface="Arial MT"/>
              </a:rPr>
              <a:t>features </a:t>
            </a:r>
            <a:r>
              <a:rPr dirty="0" sz="2300">
                <a:solidFill>
                  <a:srgbClr val="444444"/>
                </a:solidFill>
                <a:latin typeface="Arial MT"/>
                <a:cs typeface="Arial MT"/>
              </a:rPr>
              <a:t>faster</a:t>
            </a:r>
            <a:r>
              <a:rPr dirty="0" sz="2300" spc="2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300" spc="75">
                <a:solidFill>
                  <a:srgbClr val="4B4B4B"/>
                </a:solidFill>
                <a:latin typeface="Arial MT"/>
                <a:cs typeface="Arial MT"/>
              </a:rPr>
              <a:t>without</a:t>
            </a:r>
            <a:r>
              <a:rPr dirty="0" sz="2300" spc="18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464646"/>
                </a:solidFill>
                <a:latin typeface="Arial MT"/>
                <a:cs typeface="Arial MT"/>
              </a:rPr>
              <a:t>compromising</a:t>
            </a:r>
            <a:r>
              <a:rPr dirty="0" sz="2300" spc="36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44444"/>
                </a:solidFill>
                <a:latin typeface="Arial MT"/>
                <a:cs typeface="Arial MT"/>
              </a:rPr>
              <a:t>reliability.</a:t>
            </a:r>
            <a:endParaRPr sz="2300">
              <a:latin typeface="Arial MT"/>
              <a:cs typeface="Arial MT"/>
            </a:endParaRPr>
          </a:p>
          <a:p>
            <a:pPr marL="12700" marR="5080" indent="3810">
              <a:lnSpc>
                <a:spcPct val="139100"/>
              </a:lnSpc>
              <a:spcBef>
                <a:spcPts val="2095"/>
              </a:spcBef>
            </a:pPr>
            <a:r>
              <a:rPr dirty="0" sz="2300">
                <a:solidFill>
                  <a:srgbClr val="3F3F3F"/>
                </a:solidFill>
                <a:latin typeface="Arial MT"/>
                <a:cs typeface="Arial MT"/>
              </a:rPr>
              <a:t>Traditional</a:t>
            </a:r>
            <a:r>
              <a:rPr dirty="0" sz="2300" spc="30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14141"/>
                </a:solidFill>
                <a:latin typeface="Arial MT"/>
                <a:cs typeface="Arial MT"/>
              </a:rPr>
              <a:t>sequential</a:t>
            </a:r>
            <a:r>
              <a:rPr dirty="0" sz="2300" spc="23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300" spc="70">
                <a:solidFill>
                  <a:srgbClr val="3B3B3B"/>
                </a:solidFill>
                <a:latin typeface="Arial MT"/>
                <a:cs typeface="Arial MT"/>
              </a:rPr>
              <a:t>testing</a:t>
            </a:r>
            <a:r>
              <a:rPr dirty="0" sz="2300" spc="13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64646"/>
                </a:solidFill>
                <a:latin typeface="Arial MT"/>
                <a:cs typeface="Arial MT"/>
              </a:rPr>
              <a:t>becomes</a:t>
            </a:r>
            <a:r>
              <a:rPr dirty="0" sz="2300" spc="34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 spc="-50">
                <a:solidFill>
                  <a:srgbClr val="424242"/>
                </a:solidFill>
                <a:latin typeface="Arial MT"/>
                <a:cs typeface="Arial MT"/>
              </a:rPr>
              <a:t>a </a:t>
            </a:r>
            <a:r>
              <a:rPr dirty="0" sz="2250" spc="70">
                <a:solidFill>
                  <a:srgbClr val="4B4B4B"/>
                </a:solidFill>
                <a:latin typeface="Arial MT"/>
                <a:cs typeface="Arial MT"/>
              </a:rPr>
              <a:t>bottleneck</a:t>
            </a:r>
            <a:r>
              <a:rPr dirty="0" sz="2250" spc="29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D4D4D"/>
                </a:solidFill>
                <a:latin typeface="Arial MT"/>
                <a:cs typeface="Arial MT"/>
              </a:rPr>
              <a:t>as</a:t>
            </a:r>
            <a:r>
              <a:rPr dirty="0" sz="2250" spc="2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50" spc="85">
                <a:solidFill>
                  <a:srgbClr val="464646"/>
                </a:solidFill>
                <a:latin typeface="Arial MT"/>
                <a:cs typeface="Arial MT"/>
              </a:rPr>
              <a:t>test</a:t>
            </a:r>
            <a:r>
              <a:rPr dirty="0" sz="2250" spc="10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313131"/>
                </a:solidFill>
                <a:latin typeface="Arial MT"/>
                <a:cs typeface="Arial MT"/>
              </a:rPr>
              <a:t>suites</a:t>
            </a:r>
            <a:r>
              <a:rPr dirty="0" sz="2250" spc="10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24242"/>
                </a:solidFill>
                <a:latin typeface="Arial MT"/>
                <a:cs typeface="Arial MT"/>
              </a:rPr>
              <a:t>grow.</a:t>
            </a:r>
            <a:r>
              <a:rPr dirty="0" sz="2250" spc="5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40">
                <a:solidFill>
                  <a:srgbClr val="545454"/>
                </a:solidFill>
                <a:latin typeface="Arial MT"/>
                <a:cs typeface="Arial MT"/>
              </a:rPr>
              <a:t>Parallel </a:t>
            </a:r>
            <a:r>
              <a:rPr dirty="0" sz="2250" spc="80">
                <a:solidFill>
                  <a:srgbClr val="4D4D4D"/>
                </a:solidFill>
                <a:latin typeface="Arial MT"/>
                <a:cs typeface="Arial MT"/>
              </a:rPr>
              <a:t>execution</a:t>
            </a:r>
            <a:r>
              <a:rPr dirty="0" sz="2250" spc="16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494949"/>
                </a:solidFill>
                <a:latin typeface="Arial MT"/>
                <a:cs typeface="Arial MT"/>
              </a:rPr>
              <a:t>is</a:t>
            </a:r>
            <a:r>
              <a:rPr dirty="0" sz="2250" spc="-2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3D3D3D"/>
                </a:solidFill>
                <a:latin typeface="Arial MT"/>
                <a:cs typeface="Arial MT"/>
              </a:rPr>
              <a:t>essential</a:t>
            </a:r>
            <a:r>
              <a:rPr dirty="0" sz="2250" spc="19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50" spc="85">
                <a:solidFill>
                  <a:srgbClr val="494949"/>
                </a:solidFill>
                <a:latin typeface="Arial MT"/>
                <a:cs typeface="Arial MT"/>
              </a:rPr>
              <a:t>for</a:t>
            </a:r>
            <a:r>
              <a:rPr dirty="0" sz="2250" spc="15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424242"/>
                </a:solidFill>
                <a:latin typeface="Arial MT"/>
                <a:cs typeface="Arial MT"/>
              </a:rPr>
              <a:t>maintaining</a:t>
            </a:r>
            <a:r>
              <a:rPr dirty="0" sz="2250" spc="23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-20">
                <a:solidFill>
                  <a:srgbClr val="494949"/>
                </a:solidFill>
                <a:latin typeface="Arial MT"/>
                <a:cs typeface="Arial MT"/>
              </a:rPr>
              <a:t>fast </a:t>
            </a:r>
            <a:r>
              <a:rPr dirty="0" sz="2300">
                <a:solidFill>
                  <a:srgbClr val="343434"/>
                </a:solidFill>
                <a:latin typeface="Arial MT"/>
                <a:cs typeface="Arial MT"/>
              </a:rPr>
              <a:t>feedback</a:t>
            </a:r>
            <a:r>
              <a:rPr dirty="0" sz="2300" spc="22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64646"/>
                </a:solidFill>
                <a:latin typeface="Arial MT"/>
                <a:cs typeface="Arial MT"/>
              </a:rPr>
              <a:t>loops</a:t>
            </a:r>
            <a:r>
              <a:rPr dirty="0" sz="2300" spc="7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 spc="75">
                <a:solidFill>
                  <a:srgbClr val="565656"/>
                </a:solidFill>
                <a:latin typeface="Arial MT"/>
                <a:cs typeface="Arial MT"/>
              </a:rPr>
              <a:t>in</a:t>
            </a:r>
            <a:r>
              <a:rPr dirty="0" sz="2300" spc="1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45454"/>
                </a:solidFill>
                <a:latin typeface="Arial MT"/>
                <a:cs typeface="Arial MT"/>
              </a:rPr>
              <a:t>CI/CD</a:t>
            </a:r>
            <a:r>
              <a:rPr dirty="0" sz="2300" spc="17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64646"/>
                </a:solidFill>
                <a:latin typeface="Arial MT"/>
                <a:cs typeface="Arial MT"/>
              </a:rPr>
              <a:t>pipelines.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3579" y="4355890"/>
            <a:ext cx="117273" cy="412134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014586" y="4345503"/>
            <a:ext cx="0" cy="4187190"/>
          </a:xfrm>
          <a:custGeom>
            <a:avLst/>
            <a:gdLst/>
            <a:ahLst/>
            <a:cxnLst/>
            <a:rect l="l" t="t" r="r" b="b"/>
            <a:pathLst>
              <a:path w="0" h="4187190">
                <a:moveTo>
                  <a:pt x="0" y="4187014"/>
                </a:moveTo>
                <a:lnTo>
                  <a:pt x="0" y="0"/>
                </a:lnTo>
              </a:path>
            </a:pathLst>
          </a:custGeom>
          <a:ln w="13402">
            <a:solidFill>
              <a:srgbClr val="34384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007885" y="4337461"/>
            <a:ext cx="5843905" cy="4195445"/>
            <a:chOff x="1007885" y="4337461"/>
            <a:chExt cx="5843905" cy="4195445"/>
          </a:xfrm>
        </p:grpSpPr>
        <p:sp>
          <p:nvSpPr>
            <p:cNvPr id="5" name="object 5" descr=""/>
            <p:cNvSpPr/>
            <p:nvPr/>
          </p:nvSpPr>
          <p:spPr>
            <a:xfrm>
              <a:off x="6804567" y="4345503"/>
              <a:ext cx="0" cy="4187190"/>
            </a:xfrm>
            <a:custGeom>
              <a:avLst/>
              <a:gdLst/>
              <a:ahLst/>
              <a:cxnLst/>
              <a:rect l="l" t="t" r="r" b="b"/>
              <a:pathLst>
                <a:path w="0" h="4187190">
                  <a:moveTo>
                    <a:pt x="0" y="4187014"/>
                  </a:moveTo>
                  <a:lnTo>
                    <a:pt x="0" y="0"/>
                  </a:lnTo>
                </a:path>
              </a:pathLst>
            </a:custGeom>
            <a:ln w="13402">
              <a:solidFill>
                <a:srgbClr val="343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07885" y="4352205"/>
              <a:ext cx="5803900" cy="0"/>
            </a:xfrm>
            <a:custGeom>
              <a:avLst/>
              <a:gdLst/>
              <a:ahLst/>
              <a:cxnLst/>
              <a:rect l="l" t="t" r="r" b="b"/>
              <a:pathLst>
                <a:path w="5803900" h="0">
                  <a:moveTo>
                    <a:pt x="0" y="0"/>
                  </a:moveTo>
                  <a:lnTo>
                    <a:pt x="5803384" y="0"/>
                  </a:lnTo>
                </a:path>
              </a:pathLst>
            </a:custGeom>
            <a:ln w="13402">
              <a:solidFill>
                <a:srgbClr val="343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07885" y="8525818"/>
              <a:ext cx="5803900" cy="0"/>
            </a:xfrm>
            <a:custGeom>
              <a:avLst/>
              <a:gdLst/>
              <a:ahLst/>
              <a:cxnLst/>
              <a:rect l="l" t="t" r="r" b="b"/>
              <a:pathLst>
                <a:path w="5803900" h="0">
                  <a:moveTo>
                    <a:pt x="0" y="0"/>
                  </a:moveTo>
                  <a:lnTo>
                    <a:pt x="5803384" y="0"/>
                  </a:lnTo>
                </a:path>
              </a:pathLst>
            </a:custGeom>
            <a:ln w="13402">
              <a:solidFill>
                <a:srgbClr val="343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95003" y="4337461"/>
              <a:ext cx="0" cy="4125595"/>
            </a:xfrm>
            <a:custGeom>
              <a:avLst/>
              <a:gdLst/>
              <a:ahLst/>
              <a:cxnLst/>
              <a:rect l="l" t="t" r="r" b="b"/>
              <a:pathLst>
                <a:path w="0" h="4125595">
                  <a:moveTo>
                    <a:pt x="0" y="412536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43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129850" y="4337461"/>
              <a:ext cx="0" cy="4125595"/>
            </a:xfrm>
            <a:custGeom>
              <a:avLst/>
              <a:gdLst/>
              <a:ahLst/>
              <a:cxnLst/>
              <a:rect l="l" t="t" r="r" b="b"/>
              <a:pathLst>
                <a:path w="0" h="4125595">
                  <a:moveTo>
                    <a:pt x="0" y="412536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43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53974" y="4337461"/>
              <a:ext cx="0" cy="4125595"/>
            </a:xfrm>
            <a:custGeom>
              <a:avLst/>
              <a:gdLst/>
              <a:ahLst/>
              <a:cxnLst/>
              <a:rect l="l" t="t" r="r" b="b"/>
              <a:pathLst>
                <a:path w="0" h="4125595">
                  <a:moveTo>
                    <a:pt x="0" y="412536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43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834053" y="4356225"/>
              <a:ext cx="0" cy="4123054"/>
            </a:xfrm>
            <a:custGeom>
              <a:avLst/>
              <a:gdLst/>
              <a:ahLst/>
              <a:cxnLst/>
              <a:rect l="l" t="t" r="r" b="b"/>
              <a:pathLst>
                <a:path w="0" h="4123054">
                  <a:moveTo>
                    <a:pt x="0" y="412268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43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850137" y="4380350"/>
              <a:ext cx="0" cy="4083050"/>
            </a:xfrm>
            <a:custGeom>
              <a:avLst/>
              <a:gdLst/>
              <a:ahLst/>
              <a:cxnLst/>
              <a:rect l="l" t="t" r="r" b="b"/>
              <a:pathLst>
                <a:path w="0" h="4083050">
                  <a:moveTo>
                    <a:pt x="0" y="40824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43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77579" y="4346844"/>
              <a:ext cx="5723255" cy="0"/>
            </a:xfrm>
            <a:custGeom>
              <a:avLst/>
              <a:gdLst/>
              <a:ahLst/>
              <a:cxnLst/>
              <a:rect l="l" t="t" r="r" b="b"/>
              <a:pathLst>
                <a:path w="5723255" h="0">
                  <a:moveTo>
                    <a:pt x="0" y="0"/>
                  </a:moveTo>
                  <a:lnTo>
                    <a:pt x="5722967" y="0"/>
                  </a:lnTo>
                </a:path>
              </a:pathLst>
            </a:custGeom>
            <a:ln w="3175">
              <a:solidFill>
                <a:srgbClr val="3438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7112830" y="4345503"/>
            <a:ext cx="0" cy="4187190"/>
          </a:xfrm>
          <a:custGeom>
            <a:avLst/>
            <a:gdLst/>
            <a:ahLst/>
            <a:cxnLst/>
            <a:rect l="l" t="t" r="r" b="b"/>
            <a:pathLst>
              <a:path w="0" h="4187190">
                <a:moveTo>
                  <a:pt x="0" y="4187014"/>
                </a:moveTo>
                <a:lnTo>
                  <a:pt x="0" y="0"/>
                </a:lnTo>
              </a:path>
            </a:pathLst>
          </a:custGeom>
          <a:ln w="13402">
            <a:solidFill>
              <a:srgbClr val="34384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7106129" y="4337461"/>
            <a:ext cx="5843905" cy="4195445"/>
            <a:chOff x="7106129" y="4337461"/>
            <a:chExt cx="5843905" cy="4195445"/>
          </a:xfrm>
        </p:grpSpPr>
        <p:sp>
          <p:nvSpPr>
            <p:cNvPr id="16" name="object 16" descr=""/>
            <p:cNvSpPr/>
            <p:nvPr/>
          </p:nvSpPr>
          <p:spPr>
            <a:xfrm>
              <a:off x="12902807" y="4345503"/>
              <a:ext cx="0" cy="4187190"/>
            </a:xfrm>
            <a:custGeom>
              <a:avLst/>
              <a:gdLst/>
              <a:ahLst/>
              <a:cxnLst/>
              <a:rect l="l" t="t" r="r" b="b"/>
              <a:pathLst>
                <a:path w="0" h="4187190">
                  <a:moveTo>
                    <a:pt x="0" y="4187014"/>
                  </a:moveTo>
                  <a:lnTo>
                    <a:pt x="0" y="0"/>
                  </a:lnTo>
                </a:path>
              </a:pathLst>
            </a:custGeom>
            <a:ln w="13402">
              <a:solidFill>
                <a:srgbClr val="343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106129" y="4352205"/>
              <a:ext cx="5803900" cy="0"/>
            </a:xfrm>
            <a:custGeom>
              <a:avLst/>
              <a:gdLst/>
              <a:ahLst/>
              <a:cxnLst/>
              <a:rect l="l" t="t" r="r" b="b"/>
              <a:pathLst>
                <a:path w="5803900" h="0">
                  <a:moveTo>
                    <a:pt x="0" y="0"/>
                  </a:moveTo>
                  <a:lnTo>
                    <a:pt x="5803384" y="0"/>
                  </a:lnTo>
                </a:path>
              </a:pathLst>
            </a:custGeom>
            <a:ln w="13402">
              <a:solidFill>
                <a:srgbClr val="343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106129" y="8525818"/>
              <a:ext cx="5803900" cy="0"/>
            </a:xfrm>
            <a:custGeom>
              <a:avLst/>
              <a:gdLst/>
              <a:ahLst/>
              <a:cxnLst/>
              <a:rect l="l" t="t" r="r" b="b"/>
              <a:pathLst>
                <a:path w="5803900" h="0">
                  <a:moveTo>
                    <a:pt x="0" y="0"/>
                  </a:moveTo>
                  <a:lnTo>
                    <a:pt x="5803384" y="0"/>
                  </a:lnTo>
                </a:path>
              </a:pathLst>
            </a:custGeom>
            <a:ln w="13402">
              <a:solidFill>
                <a:srgbClr val="343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193247" y="4337461"/>
              <a:ext cx="0" cy="4125595"/>
            </a:xfrm>
            <a:custGeom>
              <a:avLst/>
              <a:gdLst/>
              <a:ahLst/>
              <a:cxnLst/>
              <a:rect l="l" t="t" r="r" b="b"/>
              <a:pathLst>
                <a:path w="0" h="4125595">
                  <a:moveTo>
                    <a:pt x="0" y="412536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3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228094" y="4337461"/>
              <a:ext cx="0" cy="4125595"/>
            </a:xfrm>
            <a:custGeom>
              <a:avLst/>
              <a:gdLst/>
              <a:ahLst/>
              <a:cxnLst/>
              <a:rect l="l" t="t" r="r" b="b"/>
              <a:pathLst>
                <a:path w="0" h="4125595">
                  <a:moveTo>
                    <a:pt x="0" y="412536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3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252219" y="4337461"/>
              <a:ext cx="0" cy="4125595"/>
            </a:xfrm>
            <a:custGeom>
              <a:avLst/>
              <a:gdLst/>
              <a:ahLst/>
              <a:cxnLst/>
              <a:rect l="l" t="t" r="r" b="b"/>
              <a:pathLst>
                <a:path w="0" h="4125595">
                  <a:moveTo>
                    <a:pt x="0" y="412536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3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2932299" y="4356225"/>
              <a:ext cx="0" cy="4123054"/>
            </a:xfrm>
            <a:custGeom>
              <a:avLst/>
              <a:gdLst/>
              <a:ahLst/>
              <a:cxnLst/>
              <a:rect l="l" t="t" r="r" b="b"/>
              <a:pathLst>
                <a:path w="0" h="4123054">
                  <a:moveTo>
                    <a:pt x="0" y="412268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3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2948380" y="4380350"/>
              <a:ext cx="0" cy="4083050"/>
            </a:xfrm>
            <a:custGeom>
              <a:avLst/>
              <a:gdLst/>
              <a:ahLst/>
              <a:cxnLst/>
              <a:rect l="l" t="t" r="r" b="b"/>
              <a:pathLst>
                <a:path w="0" h="4083050">
                  <a:moveTo>
                    <a:pt x="0" y="40824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3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175823" y="4346844"/>
              <a:ext cx="5723255" cy="0"/>
            </a:xfrm>
            <a:custGeom>
              <a:avLst/>
              <a:gdLst/>
              <a:ahLst/>
              <a:cxnLst/>
              <a:rect l="l" t="t" r="r" b="b"/>
              <a:pathLst>
                <a:path w="5723255" h="0">
                  <a:moveTo>
                    <a:pt x="0" y="0"/>
                  </a:moveTo>
                  <a:lnTo>
                    <a:pt x="5722967" y="0"/>
                  </a:lnTo>
                </a:path>
              </a:pathLst>
            </a:custGeom>
            <a:ln w="3175">
              <a:solidFill>
                <a:srgbClr val="3838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/>
          <p:nvPr/>
        </p:nvSpPr>
        <p:spPr>
          <a:xfrm>
            <a:off x="13211072" y="4345503"/>
            <a:ext cx="0" cy="4179570"/>
          </a:xfrm>
          <a:custGeom>
            <a:avLst/>
            <a:gdLst/>
            <a:ahLst/>
            <a:cxnLst/>
            <a:rect l="l" t="t" r="r" b="b"/>
            <a:pathLst>
              <a:path w="0" h="4179570">
                <a:moveTo>
                  <a:pt x="0" y="4178972"/>
                </a:moveTo>
                <a:lnTo>
                  <a:pt x="0" y="0"/>
                </a:lnTo>
              </a:path>
            </a:pathLst>
          </a:custGeom>
          <a:ln w="13402">
            <a:solidFill>
              <a:srgbClr val="34384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6" name="object 26" descr=""/>
          <p:cNvGrpSpPr/>
          <p:nvPr/>
        </p:nvGrpSpPr>
        <p:grpSpPr>
          <a:xfrm>
            <a:off x="13204370" y="4340142"/>
            <a:ext cx="5814695" cy="4184650"/>
            <a:chOff x="13204370" y="4340142"/>
            <a:chExt cx="5814695" cy="4184650"/>
          </a:xfrm>
        </p:grpSpPr>
        <p:sp>
          <p:nvSpPr>
            <p:cNvPr id="27" name="object 27" descr=""/>
            <p:cNvSpPr/>
            <p:nvPr/>
          </p:nvSpPr>
          <p:spPr>
            <a:xfrm>
              <a:off x="19011773" y="4345503"/>
              <a:ext cx="0" cy="4179570"/>
            </a:xfrm>
            <a:custGeom>
              <a:avLst/>
              <a:gdLst/>
              <a:ahLst/>
              <a:cxnLst/>
              <a:rect l="l" t="t" r="r" b="b"/>
              <a:pathLst>
                <a:path w="0" h="4179570">
                  <a:moveTo>
                    <a:pt x="0" y="4178972"/>
                  </a:moveTo>
                  <a:lnTo>
                    <a:pt x="0" y="0"/>
                  </a:lnTo>
                </a:path>
              </a:pathLst>
            </a:custGeom>
            <a:ln w="13402">
              <a:solidFill>
                <a:srgbClr val="343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204370" y="4352205"/>
              <a:ext cx="5814695" cy="0"/>
            </a:xfrm>
            <a:custGeom>
              <a:avLst/>
              <a:gdLst/>
              <a:ahLst/>
              <a:cxnLst/>
              <a:rect l="l" t="t" r="r" b="b"/>
              <a:pathLst>
                <a:path w="5814694" h="0">
                  <a:moveTo>
                    <a:pt x="0" y="0"/>
                  </a:moveTo>
                  <a:lnTo>
                    <a:pt x="5814106" y="0"/>
                  </a:lnTo>
                </a:path>
              </a:pathLst>
            </a:custGeom>
            <a:ln w="13402">
              <a:solidFill>
                <a:srgbClr val="343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3204370" y="8517776"/>
              <a:ext cx="5814695" cy="0"/>
            </a:xfrm>
            <a:custGeom>
              <a:avLst/>
              <a:gdLst/>
              <a:ahLst/>
              <a:cxnLst/>
              <a:rect l="l" t="t" r="r" b="b"/>
              <a:pathLst>
                <a:path w="5814694" h="0">
                  <a:moveTo>
                    <a:pt x="0" y="0"/>
                  </a:moveTo>
                  <a:lnTo>
                    <a:pt x="5814106" y="0"/>
                  </a:lnTo>
                </a:path>
              </a:pathLst>
            </a:custGeom>
            <a:ln w="13402">
              <a:solidFill>
                <a:srgbClr val="343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9009093" y="4364267"/>
              <a:ext cx="0" cy="3082925"/>
            </a:xfrm>
            <a:custGeom>
              <a:avLst/>
              <a:gdLst/>
              <a:ahLst/>
              <a:cxnLst/>
              <a:rect l="l" t="t" r="r" b="b"/>
              <a:pathLst>
                <a:path w="0" h="3082925">
                  <a:moveTo>
                    <a:pt x="0" y="3082629"/>
                  </a:moveTo>
                  <a:lnTo>
                    <a:pt x="0" y="0"/>
                  </a:lnTo>
                </a:path>
              </a:pathLst>
            </a:custGeom>
            <a:ln w="8041">
              <a:solidFill>
                <a:srgbClr val="B8B8B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249944" y="4352204"/>
              <a:ext cx="5763260" cy="0"/>
            </a:xfrm>
            <a:custGeom>
              <a:avLst/>
              <a:gdLst/>
              <a:ahLst/>
              <a:cxnLst/>
              <a:rect l="l" t="t" r="r" b="b"/>
              <a:pathLst>
                <a:path w="5763259" h="0">
                  <a:moveTo>
                    <a:pt x="0" y="0"/>
                  </a:moveTo>
                  <a:lnTo>
                    <a:pt x="5763175" y="0"/>
                  </a:lnTo>
                </a:path>
              </a:pathLst>
            </a:custGeom>
            <a:ln w="24124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1032702" y="2740447"/>
            <a:ext cx="7057390" cy="9639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25">
                <a:solidFill>
                  <a:srgbClr val="383838"/>
                </a:solidFill>
              </a:rPr>
              <a:t>Problem</a:t>
            </a:r>
            <a:r>
              <a:rPr dirty="0" spc="-145">
                <a:solidFill>
                  <a:srgbClr val="383838"/>
                </a:solidFill>
              </a:rPr>
              <a:t> </a:t>
            </a:r>
            <a:r>
              <a:rPr dirty="0" spc="165"/>
              <a:t>Stotement</a:t>
            </a:r>
          </a:p>
        </p:txBody>
      </p:sp>
      <p:sp>
        <p:nvSpPr>
          <p:cNvPr id="33" name="object 33" descr=""/>
          <p:cNvSpPr txBox="1"/>
          <p:nvPr/>
        </p:nvSpPr>
        <p:spPr>
          <a:xfrm>
            <a:off x="1125829" y="4633583"/>
            <a:ext cx="5692140" cy="300609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360680" marR="1976120" indent="2540">
              <a:lnSpc>
                <a:spcPts val="3690"/>
              </a:lnSpc>
              <a:spcBef>
                <a:spcPts val="270"/>
              </a:spcBef>
            </a:pPr>
            <a:r>
              <a:rPr dirty="0" sz="3100">
                <a:solidFill>
                  <a:srgbClr val="494949"/>
                </a:solidFill>
                <a:latin typeface="Arial MT"/>
                <a:cs typeface="Arial MT"/>
              </a:rPr>
              <a:t>Sequentiol</a:t>
            </a:r>
            <a:r>
              <a:rPr dirty="0" sz="3100" spc="43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3100" spc="-10">
                <a:solidFill>
                  <a:srgbClr val="545454"/>
                </a:solidFill>
                <a:latin typeface="Arial MT"/>
                <a:cs typeface="Arial MT"/>
              </a:rPr>
              <a:t>Testing </a:t>
            </a:r>
            <a:r>
              <a:rPr dirty="0" sz="3100" spc="75">
                <a:solidFill>
                  <a:srgbClr val="4B4B4B"/>
                </a:solidFill>
                <a:latin typeface="Arial MT"/>
                <a:cs typeface="Arial MT"/>
              </a:rPr>
              <a:t>Bottleneck</a:t>
            </a:r>
            <a:endParaRPr sz="3100">
              <a:latin typeface="Arial MT"/>
              <a:cs typeface="Arial MT"/>
            </a:endParaRPr>
          </a:p>
          <a:p>
            <a:pPr marL="359410" marR="445134" indent="-1905">
              <a:lnSpc>
                <a:spcPct val="139200"/>
              </a:lnSpc>
              <a:spcBef>
                <a:spcPts val="600"/>
              </a:spcBef>
            </a:pPr>
            <a:r>
              <a:rPr dirty="0" sz="2300">
                <a:solidFill>
                  <a:srgbClr val="464646"/>
                </a:solidFill>
                <a:latin typeface="Arial MT"/>
                <a:cs typeface="Arial MT"/>
              </a:rPr>
              <a:t>Traditional</a:t>
            </a:r>
            <a:r>
              <a:rPr dirty="0" sz="2300" spc="409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44444"/>
                </a:solidFill>
                <a:latin typeface="Arial MT"/>
                <a:cs typeface="Arial MT"/>
              </a:rPr>
              <a:t>Selenium</a:t>
            </a:r>
            <a:r>
              <a:rPr dirty="0" sz="2300" spc="29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94949"/>
                </a:solidFill>
                <a:latin typeface="Arial MT"/>
                <a:cs typeface="Arial MT"/>
              </a:rPr>
              <a:t>tests</a:t>
            </a:r>
            <a:r>
              <a:rPr dirty="0" sz="2300" spc="25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94949"/>
                </a:solidFill>
                <a:latin typeface="Arial MT"/>
                <a:cs typeface="Arial MT"/>
              </a:rPr>
              <a:t>execute </a:t>
            </a:r>
            <a:r>
              <a:rPr dirty="0" sz="2300">
                <a:solidFill>
                  <a:srgbClr val="4D4D4D"/>
                </a:solidFill>
                <a:latin typeface="Arial MT"/>
                <a:cs typeface="Arial MT"/>
              </a:rPr>
              <a:t>one</a:t>
            </a:r>
            <a:r>
              <a:rPr dirty="0" sz="2300" spc="18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 spc="55">
                <a:solidFill>
                  <a:srgbClr val="424242"/>
                </a:solidFill>
                <a:latin typeface="Arial MT"/>
                <a:cs typeface="Arial MT"/>
              </a:rPr>
              <a:t>aher</a:t>
            </a:r>
            <a:r>
              <a:rPr dirty="0" sz="2300" spc="254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D3D3D"/>
                </a:solidFill>
                <a:latin typeface="Arial MT"/>
                <a:cs typeface="Arial MT"/>
              </a:rPr>
              <a:t>another,</a:t>
            </a:r>
            <a:r>
              <a:rPr dirty="0" sz="2300" spc="15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B4B4B"/>
                </a:solidFill>
                <a:latin typeface="Arial MT"/>
                <a:cs typeface="Arial MT"/>
              </a:rPr>
              <a:t>creating</a:t>
            </a:r>
            <a:r>
              <a:rPr dirty="0" sz="2300" spc="25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84848"/>
                </a:solidFill>
                <a:latin typeface="Arial MT"/>
                <a:cs typeface="Arial MT"/>
              </a:rPr>
              <a:t>long</a:t>
            </a:r>
            <a:r>
              <a:rPr dirty="0" sz="2300" spc="24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300" spc="-20">
                <a:solidFill>
                  <a:srgbClr val="464646"/>
                </a:solidFill>
                <a:latin typeface="Arial MT"/>
                <a:cs typeface="Arial MT"/>
              </a:rPr>
              <a:t>wait </a:t>
            </a:r>
            <a:r>
              <a:rPr dirty="0" sz="2300" spc="65">
                <a:solidFill>
                  <a:srgbClr val="3A3A3A"/>
                </a:solidFill>
                <a:latin typeface="Arial MT"/>
                <a:cs typeface="Arial MT"/>
              </a:rPr>
              <a:t>times</a:t>
            </a:r>
            <a:r>
              <a:rPr dirty="0" sz="2300" spc="-1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300" spc="70">
                <a:solidFill>
                  <a:srgbClr val="464646"/>
                </a:solidFill>
                <a:latin typeface="Arial MT"/>
                <a:cs typeface="Arial MT"/>
              </a:rPr>
              <a:t>that</a:t>
            </a:r>
            <a:r>
              <a:rPr dirty="0" sz="2300" spc="13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44444"/>
                </a:solidFill>
                <a:latin typeface="Arial MT"/>
                <a:cs typeface="Arial MT"/>
              </a:rPr>
              <a:t>slow</a:t>
            </a:r>
            <a:r>
              <a:rPr dirty="0" sz="2300" spc="114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414141"/>
                </a:solidFill>
                <a:latin typeface="Arial MT"/>
                <a:cs typeface="Arial MT"/>
              </a:rPr>
              <a:t>down</a:t>
            </a:r>
            <a:r>
              <a:rPr dirty="0" sz="2300" spc="10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3B3B3B"/>
                </a:solidFill>
                <a:latin typeface="Arial MT"/>
                <a:cs typeface="Arial MT"/>
              </a:rPr>
              <a:t>development </a:t>
            </a:r>
            <a:r>
              <a:rPr dirty="0" sz="2250">
                <a:solidFill>
                  <a:srgbClr val="383838"/>
                </a:solidFill>
                <a:latin typeface="Arial MT"/>
                <a:cs typeface="Arial MT"/>
              </a:rPr>
              <a:t>cycles</a:t>
            </a:r>
            <a:r>
              <a:rPr dirty="0" sz="2250" spc="1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D4D4D"/>
                </a:solidFill>
                <a:latin typeface="Arial MT"/>
                <a:cs typeface="Arial MT"/>
              </a:rPr>
              <a:t>and</a:t>
            </a:r>
            <a:r>
              <a:rPr dirty="0" sz="2250" spc="12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64646"/>
                </a:solidFill>
                <a:latin typeface="Arial MT"/>
                <a:cs typeface="Arial MT"/>
              </a:rPr>
              <a:t>delay</a:t>
            </a:r>
            <a:r>
              <a:rPr dirty="0" sz="2250" spc="19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464646"/>
                </a:solidFill>
                <a:latin typeface="Arial MT"/>
                <a:cs typeface="Arial MT"/>
              </a:rPr>
              <a:t>feedback.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224073" y="4623810"/>
            <a:ext cx="5692140" cy="34848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60045">
              <a:lnSpc>
                <a:spcPts val="3679"/>
              </a:lnSpc>
              <a:spcBef>
                <a:spcPts val="114"/>
              </a:spcBef>
            </a:pPr>
            <a:r>
              <a:rPr dirty="0" sz="3150" spc="60">
                <a:solidFill>
                  <a:srgbClr val="595959"/>
                </a:solidFill>
                <a:latin typeface="Arial MT"/>
                <a:cs typeface="Arial MT"/>
              </a:rPr>
              <a:t>Monuol</a:t>
            </a:r>
            <a:r>
              <a:rPr dirty="0" sz="3150" spc="-16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3150" spc="75">
                <a:solidFill>
                  <a:srgbClr val="4B4B4B"/>
                </a:solidFill>
                <a:latin typeface="Arial MT"/>
                <a:cs typeface="Arial MT"/>
              </a:rPr>
              <a:t>Infrostructure</a:t>
            </a:r>
            <a:endParaRPr sz="3150">
              <a:latin typeface="Arial MT"/>
              <a:cs typeface="Arial MT"/>
            </a:endParaRPr>
          </a:p>
          <a:p>
            <a:pPr marL="358775">
              <a:lnSpc>
                <a:spcPts val="3860"/>
              </a:lnSpc>
            </a:pPr>
            <a:r>
              <a:rPr dirty="0" sz="3300" spc="-10">
                <a:solidFill>
                  <a:srgbClr val="4B4B4B"/>
                </a:solidFill>
                <a:latin typeface="Arial MT"/>
                <a:cs typeface="Arial MT"/>
              </a:rPr>
              <a:t>Monogement</a:t>
            </a:r>
            <a:endParaRPr sz="3300">
              <a:latin typeface="Arial MT"/>
              <a:cs typeface="Arial MT"/>
            </a:endParaRPr>
          </a:p>
          <a:p>
            <a:pPr marL="362585" marR="906780" indent="5715">
              <a:lnSpc>
                <a:spcPct val="140500"/>
              </a:lnSpc>
              <a:spcBef>
                <a:spcPts val="710"/>
              </a:spcBef>
            </a:pPr>
            <a:r>
              <a:rPr dirty="0" sz="2250" spc="65">
                <a:solidFill>
                  <a:srgbClr val="414141"/>
                </a:solidFill>
                <a:latin typeface="Arial MT"/>
                <a:cs typeface="Arial MT"/>
              </a:rPr>
              <a:t>Setting</a:t>
            </a:r>
            <a:r>
              <a:rPr dirty="0" sz="2250" spc="5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50" spc="95">
                <a:solidFill>
                  <a:srgbClr val="414141"/>
                </a:solidFill>
                <a:latin typeface="Arial MT"/>
                <a:cs typeface="Arial MT"/>
              </a:rPr>
              <a:t>up</a:t>
            </a:r>
            <a:r>
              <a:rPr dirty="0" sz="2250" spc="5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565656"/>
                </a:solidFill>
                <a:latin typeface="Arial MT"/>
                <a:cs typeface="Arial MT"/>
              </a:rPr>
              <a:t>and</a:t>
            </a:r>
            <a:r>
              <a:rPr dirty="0" sz="2250" spc="7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494949"/>
                </a:solidFill>
                <a:latin typeface="Arial MT"/>
                <a:cs typeface="Arial MT"/>
              </a:rPr>
              <a:t>maintaining</a:t>
            </a:r>
            <a:r>
              <a:rPr dirty="0" sz="2250" spc="19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 spc="45">
                <a:solidFill>
                  <a:srgbClr val="464646"/>
                </a:solidFill>
                <a:latin typeface="Arial MT"/>
                <a:cs typeface="Arial MT"/>
              </a:rPr>
              <a:t>test </a:t>
            </a:r>
            <a:r>
              <a:rPr dirty="0" sz="2250" spc="55">
                <a:solidFill>
                  <a:srgbClr val="424242"/>
                </a:solidFill>
                <a:latin typeface="Arial MT"/>
                <a:cs typeface="Arial MT"/>
              </a:rPr>
              <a:t>environments</a:t>
            </a:r>
            <a:r>
              <a:rPr dirty="0" sz="2250" spc="29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464646"/>
                </a:solidFill>
                <a:latin typeface="Arial MT"/>
                <a:cs typeface="Arial MT"/>
              </a:rPr>
              <a:t>manually</a:t>
            </a:r>
            <a:r>
              <a:rPr dirty="0" sz="2250" spc="9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94949"/>
                </a:solidFill>
                <a:latin typeface="Arial MT"/>
                <a:cs typeface="Arial MT"/>
              </a:rPr>
              <a:t>is</a:t>
            </a:r>
            <a:r>
              <a:rPr dirty="0" sz="2250" spc="1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4D4D4D"/>
                </a:solidFill>
                <a:latin typeface="Arial MT"/>
                <a:cs typeface="Arial MT"/>
              </a:rPr>
              <a:t>time- </a:t>
            </a:r>
            <a:r>
              <a:rPr dirty="0" sz="2250" spc="65">
                <a:solidFill>
                  <a:srgbClr val="464646"/>
                </a:solidFill>
                <a:latin typeface="Arial MT"/>
                <a:cs typeface="Arial MT"/>
              </a:rPr>
              <a:t>consuming</a:t>
            </a:r>
            <a:r>
              <a:rPr dirty="0" sz="2250" spc="24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F4F4F"/>
                </a:solidFill>
                <a:latin typeface="Arial MT"/>
                <a:cs typeface="Arial MT"/>
              </a:rPr>
              <a:t>and</a:t>
            </a:r>
            <a:r>
              <a:rPr dirty="0" sz="2250" spc="9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50" spc="50">
                <a:solidFill>
                  <a:srgbClr val="414141"/>
                </a:solidFill>
                <a:latin typeface="Arial MT"/>
                <a:cs typeface="Arial MT"/>
              </a:rPr>
              <a:t>error-</a:t>
            </a:r>
            <a:r>
              <a:rPr dirty="0" sz="2250" spc="45">
                <a:solidFill>
                  <a:srgbClr val="414141"/>
                </a:solidFill>
                <a:latin typeface="Arial MT"/>
                <a:cs typeface="Arial MT"/>
              </a:rPr>
              <a:t>prone, </a:t>
            </a:r>
            <a:r>
              <a:rPr dirty="0" sz="2250">
                <a:solidFill>
                  <a:srgbClr val="282828"/>
                </a:solidFill>
                <a:latin typeface="Arial MT"/>
                <a:cs typeface="Arial MT"/>
              </a:rPr>
              <a:t>especially</a:t>
            </a:r>
            <a:r>
              <a:rPr dirty="0" sz="2250" spc="254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250" spc="75">
                <a:solidFill>
                  <a:srgbClr val="464646"/>
                </a:solidFill>
                <a:latin typeface="Arial MT"/>
                <a:cs typeface="Arial MT"/>
              </a:rPr>
              <a:t>when</a:t>
            </a:r>
            <a:r>
              <a:rPr dirty="0" sz="2250" spc="16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 spc="70">
                <a:solidFill>
                  <a:srgbClr val="4B4B4B"/>
                </a:solidFill>
                <a:latin typeface="Arial MT"/>
                <a:cs typeface="Arial MT"/>
              </a:rPr>
              <a:t>testing</a:t>
            </a:r>
            <a:r>
              <a:rPr dirty="0" sz="2250" spc="21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383838"/>
                </a:solidFill>
                <a:latin typeface="Arial MT"/>
                <a:cs typeface="Arial MT"/>
              </a:rPr>
              <a:t>across </a:t>
            </a:r>
            <a:r>
              <a:rPr dirty="0" sz="2250" spc="90">
                <a:solidFill>
                  <a:srgbClr val="464646"/>
                </a:solidFill>
                <a:latin typeface="Arial MT"/>
                <a:cs typeface="Arial MT"/>
              </a:rPr>
              <a:t>multiple</a:t>
            </a:r>
            <a:r>
              <a:rPr dirty="0" sz="2250" spc="22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3B3B3B"/>
                </a:solidFill>
                <a:latin typeface="Arial MT"/>
                <a:cs typeface="Arial MT"/>
              </a:rPr>
              <a:t>browsers</a:t>
            </a:r>
            <a:r>
              <a:rPr dirty="0" sz="2250" spc="28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F4F4F"/>
                </a:solidFill>
                <a:latin typeface="Arial MT"/>
                <a:cs typeface="Arial MT"/>
              </a:rPr>
              <a:t>and</a:t>
            </a:r>
            <a:r>
              <a:rPr dirty="0" sz="2250" spc="20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50" spc="50">
                <a:solidFill>
                  <a:srgbClr val="4D4D4D"/>
                </a:solidFill>
                <a:latin typeface="Arial MT"/>
                <a:cs typeface="Arial MT"/>
              </a:rPr>
              <a:t>platforms.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3217773" y="4644752"/>
            <a:ext cx="5787390" cy="29946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66090">
              <a:lnSpc>
                <a:spcPct val="100000"/>
              </a:lnSpc>
              <a:spcBef>
                <a:spcPts val="135"/>
              </a:spcBef>
            </a:pPr>
            <a:r>
              <a:rPr dirty="0" sz="3000" spc="130">
                <a:solidFill>
                  <a:srgbClr val="545454"/>
                </a:solidFill>
                <a:latin typeface="Arial MT"/>
                <a:cs typeface="Arial MT"/>
              </a:rPr>
              <a:t>Limited</a:t>
            </a:r>
            <a:r>
              <a:rPr dirty="0" sz="3000" spc="-4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3000" spc="110">
                <a:solidFill>
                  <a:srgbClr val="4D4D4D"/>
                </a:solidFill>
                <a:latin typeface="Arial MT"/>
                <a:cs typeface="Arial MT"/>
              </a:rPr>
              <a:t>Scolobility</a:t>
            </a:r>
            <a:endParaRPr sz="3000">
              <a:latin typeface="Arial MT"/>
              <a:cs typeface="Arial MT"/>
            </a:endParaRPr>
          </a:p>
          <a:p>
            <a:pPr marL="466725" marR="316865" indent="2540">
              <a:lnSpc>
                <a:spcPct val="136800"/>
              </a:lnSpc>
              <a:spcBef>
                <a:spcPts val="725"/>
              </a:spcBef>
            </a:pPr>
            <a:r>
              <a:rPr dirty="0" sz="2350" spc="-50">
                <a:solidFill>
                  <a:srgbClr val="494949"/>
                </a:solidFill>
                <a:latin typeface="Arial MT"/>
                <a:cs typeface="Arial MT"/>
              </a:rPr>
              <a:t>As</a:t>
            </a:r>
            <a:r>
              <a:rPr dirty="0" sz="2350" spc="-2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4D4D4D"/>
                </a:solidFill>
                <a:latin typeface="Arial MT"/>
                <a:cs typeface="Arial MT"/>
              </a:rPr>
              <a:t>test</a:t>
            </a:r>
            <a:r>
              <a:rPr dirty="0" sz="2350" spc="6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444444"/>
                </a:solidFill>
                <a:latin typeface="Arial MT"/>
                <a:cs typeface="Arial MT"/>
              </a:rPr>
              <a:t>suites</a:t>
            </a:r>
            <a:r>
              <a:rPr dirty="0" sz="235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494949"/>
                </a:solidFill>
                <a:latin typeface="Arial MT"/>
                <a:cs typeface="Arial MT"/>
              </a:rPr>
              <a:t>expand</a:t>
            </a:r>
            <a:r>
              <a:rPr dirty="0" sz="2350" spc="11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424242"/>
                </a:solidFill>
                <a:latin typeface="Arial MT"/>
                <a:cs typeface="Arial MT"/>
              </a:rPr>
              <a:t>with</a:t>
            </a:r>
            <a:r>
              <a:rPr dirty="0" sz="2350" spc="5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50" spc="-10">
                <a:solidFill>
                  <a:srgbClr val="4B4B4B"/>
                </a:solidFill>
                <a:latin typeface="Arial MT"/>
                <a:cs typeface="Arial MT"/>
              </a:rPr>
              <a:t>growing </a:t>
            </a:r>
            <a:r>
              <a:rPr dirty="0" sz="2300">
                <a:solidFill>
                  <a:srgbClr val="383838"/>
                </a:solidFill>
                <a:latin typeface="Arial MT"/>
                <a:cs typeface="Arial MT"/>
              </a:rPr>
              <a:t>codebases,</a:t>
            </a:r>
            <a:r>
              <a:rPr dirty="0" sz="2300" spc="2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64646"/>
                </a:solidFill>
                <a:latin typeface="Arial MT"/>
                <a:cs typeface="Arial MT"/>
              </a:rPr>
              <a:t>single-</a:t>
            </a:r>
            <a:r>
              <a:rPr dirty="0" sz="2300" spc="-10">
                <a:solidFill>
                  <a:srgbClr val="464646"/>
                </a:solidFill>
                <a:latin typeface="Arial MT"/>
                <a:cs typeface="Arial MT"/>
              </a:rPr>
              <a:t>threaded</a:t>
            </a:r>
            <a:r>
              <a:rPr dirty="0" sz="2300" spc="575">
                <a:solidFill>
                  <a:srgbClr val="464646"/>
                </a:solidFill>
                <a:latin typeface="Arial MT"/>
                <a:cs typeface="Arial MT"/>
              </a:rPr>
              <a:t>  </a:t>
            </a:r>
            <a:r>
              <a:rPr dirty="0" sz="2300">
                <a:solidFill>
                  <a:srgbClr val="464646"/>
                </a:solidFill>
                <a:latin typeface="Arial MT"/>
                <a:cs typeface="Arial MT"/>
              </a:rPr>
              <a:t>execution</a:t>
            </a:r>
            <a:r>
              <a:rPr dirty="0" sz="2300" spc="34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44444"/>
                </a:solidFill>
                <a:latin typeface="Arial MT"/>
                <a:cs typeface="Arial MT"/>
              </a:rPr>
              <a:t>becomes</a:t>
            </a:r>
            <a:r>
              <a:rPr dirty="0" sz="2300" spc="2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3A3A3A"/>
                </a:solidFill>
                <a:latin typeface="Arial MT"/>
                <a:cs typeface="Arial MT"/>
              </a:rPr>
              <a:t>impractical, </a:t>
            </a:r>
            <a:r>
              <a:rPr dirty="0" sz="2350">
                <a:solidFill>
                  <a:srgbClr val="3F3F3F"/>
                </a:solidFill>
                <a:latin typeface="Arial MT"/>
                <a:cs typeface="Arial MT"/>
              </a:rPr>
              <a:t>preventing</a:t>
            </a:r>
            <a:r>
              <a:rPr dirty="0" sz="2350" spc="6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494949"/>
                </a:solidFill>
                <a:latin typeface="Arial MT"/>
                <a:cs typeface="Arial MT"/>
              </a:rPr>
              <a:t>teams</a:t>
            </a:r>
            <a:r>
              <a:rPr dirty="0" sz="2350" spc="8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50" spc="55">
                <a:solidFill>
                  <a:srgbClr val="4D4D4D"/>
                </a:solidFill>
                <a:latin typeface="Arial MT"/>
                <a:cs typeface="Arial MT"/>
              </a:rPr>
              <a:t>from</a:t>
            </a:r>
            <a:r>
              <a:rPr dirty="0" sz="2350" spc="-4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424242"/>
                </a:solidFill>
                <a:latin typeface="Arial MT"/>
                <a:cs typeface="Arial MT"/>
              </a:rPr>
              <a:t>achieving</a:t>
            </a:r>
            <a:r>
              <a:rPr dirty="0" sz="2350" spc="12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50" spc="-20">
                <a:solidFill>
                  <a:srgbClr val="484848"/>
                </a:solidFill>
                <a:latin typeface="Arial MT"/>
                <a:cs typeface="Arial MT"/>
              </a:rPr>
              <a:t>fast </a:t>
            </a:r>
            <a:r>
              <a:rPr dirty="0" sz="2250" spc="75">
                <a:solidFill>
                  <a:srgbClr val="3F3F3F"/>
                </a:solidFill>
                <a:latin typeface="Arial MT"/>
                <a:cs typeface="Arial MT"/>
              </a:rPr>
              <a:t>iteration</a:t>
            </a:r>
            <a:r>
              <a:rPr dirty="0" sz="2250" spc="8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363636"/>
                </a:solidFill>
                <a:latin typeface="Arial MT"/>
                <a:cs typeface="Arial MT"/>
              </a:rPr>
              <a:t>velocities.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53454" y="7315220"/>
            <a:ext cx="8848725" cy="0"/>
          </a:xfrm>
          <a:custGeom>
            <a:avLst/>
            <a:gdLst/>
            <a:ahLst/>
            <a:cxnLst/>
            <a:rect l="l" t="t" r="r" b="b"/>
            <a:pathLst>
              <a:path w="8848725" h="0">
                <a:moveTo>
                  <a:pt x="0" y="0"/>
                </a:moveTo>
                <a:lnTo>
                  <a:pt x="8848485" y="0"/>
                </a:lnTo>
              </a:path>
            </a:pathLst>
          </a:custGeom>
          <a:ln w="18763">
            <a:solidFill>
              <a:srgbClr val="3838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210202" y="7315220"/>
            <a:ext cx="8848725" cy="0"/>
          </a:xfrm>
          <a:custGeom>
            <a:avLst/>
            <a:gdLst/>
            <a:ahLst/>
            <a:cxnLst/>
            <a:rect l="l" t="t" r="r" b="b"/>
            <a:pathLst>
              <a:path w="8848725" h="0">
                <a:moveTo>
                  <a:pt x="0" y="0"/>
                </a:moveTo>
                <a:lnTo>
                  <a:pt x="8848485" y="0"/>
                </a:lnTo>
              </a:path>
            </a:pathLst>
          </a:custGeom>
          <a:ln w="18763">
            <a:solidFill>
              <a:srgbClr val="3838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061496" y="3980616"/>
            <a:ext cx="5790565" cy="0"/>
          </a:xfrm>
          <a:custGeom>
            <a:avLst/>
            <a:gdLst/>
            <a:ahLst/>
            <a:cxnLst/>
            <a:rect l="l" t="t" r="r" b="b"/>
            <a:pathLst>
              <a:path w="5790565" h="0">
                <a:moveTo>
                  <a:pt x="0" y="0"/>
                </a:moveTo>
                <a:lnTo>
                  <a:pt x="5789981" y="0"/>
                </a:lnTo>
              </a:path>
            </a:pathLst>
          </a:custGeom>
          <a:ln w="18763">
            <a:solidFill>
              <a:srgbClr val="3838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159739" y="3980616"/>
            <a:ext cx="5790565" cy="0"/>
          </a:xfrm>
          <a:custGeom>
            <a:avLst/>
            <a:gdLst/>
            <a:ahLst/>
            <a:cxnLst/>
            <a:rect l="l" t="t" r="r" b="b"/>
            <a:pathLst>
              <a:path w="5790565" h="0">
                <a:moveTo>
                  <a:pt x="0" y="0"/>
                </a:moveTo>
                <a:lnTo>
                  <a:pt x="5789981" y="0"/>
                </a:lnTo>
              </a:path>
            </a:pathLst>
          </a:custGeom>
          <a:ln w="18763">
            <a:solidFill>
              <a:srgbClr val="3838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3257984" y="3980616"/>
            <a:ext cx="5790565" cy="0"/>
          </a:xfrm>
          <a:custGeom>
            <a:avLst/>
            <a:gdLst/>
            <a:ahLst/>
            <a:cxnLst/>
            <a:rect l="l" t="t" r="r" b="b"/>
            <a:pathLst>
              <a:path w="5790565" h="0">
                <a:moveTo>
                  <a:pt x="0" y="0"/>
                </a:moveTo>
                <a:lnTo>
                  <a:pt x="5789981" y="0"/>
                </a:lnTo>
              </a:path>
            </a:pathLst>
          </a:custGeom>
          <a:ln w="18763">
            <a:solidFill>
              <a:srgbClr val="3B38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545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14"/>
              </a:spcBef>
            </a:pPr>
            <a:r>
              <a:rPr dirty="0" sz="6050" spc="150">
                <a:solidFill>
                  <a:srgbClr val="313131"/>
                </a:solidFill>
              </a:rPr>
              <a:t>Project</a:t>
            </a:r>
            <a:r>
              <a:rPr dirty="0" sz="6050" spc="20">
                <a:solidFill>
                  <a:srgbClr val="313131"/>
                </a:solidFill>
              </a:rPr>
              <a:t> </a:t>
            </a:r>
            <a:r>
              <a:rPr dirty="0" sz="6050" spc="155">
                <a:solidFill>
                  <a:srgbClr val="313131"/>
                </a:solidFill>
              </a:rPr>
              <a:t>Objectives</a:t>
            </a:r>
            <a:endParaRPr sz="6050"/>
          </a:p>
        </p:txBody>
      </p:sp>
      <p:sp>
        <p:nvSpPr>
          <p:cNvPr id="8" name="object 8" descr=""/>
          <p:cNvSpPr txBox="1"/>
          <p:nvPr/>
        </p:nvSpPr>
        <p:spPr>
          <a:xfrm>
            <a:off x="1054917" y="3456656"/>
            <a:ext cx="324485" cy="4006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spc="-160">
                <a:solidFill>
                  <a:srgbClr val="383838"/>
                </a:solidFill>
                <a:latin typeface="Arial MT"/>
                <a:cs typeface="Arial MT"/>
              </a:rPr>
              <a:t>01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36970" y="4170073"/>
            <a:ext cx="5504180" cy="2028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39494" indent="14604">
              <a:lnSpc>
                <a:spcPct val="100899"/>
              </a:lnSpc>
              <a:spcBef>
                <a:spcPts val="95"/>
              </a:spcBef>
            </a:pPr>
            <a:r>
              <a:rPr dirty="0" sz="3050" spc="125">
                <a:solidFill>
                  <a:srgbClr val="4F4F4F"/>
                </a:solidFill>
                <a:latin typeface="Arial MT"/>
                <a:cs typeface="Arial MT"/>
              </a:rPr>
              <a:t>Automote</a:t>
            </a:r>
            <a:r>
              <a:rPr dirty="0" sz="3050" spc="-10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3050" spc="60">
                <a:solidFill>
                  <a:srgbClr val="4F4F4F"/>
                </a:solidFill>
                <a:latin typeface="Arial MT"/>
                <a:cs typeface="Arial MT"/>
              </a:rPr>
              <a:t>Selenium</a:t>
            </a:r>
            <a:r>
              <a:rPr dirty="0" sz="3050" spc="-5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3050" spc="-20">
                <a:solidFill>
                  <a:srgbClr val="494949"/>
                </a:solidFill>
                <a:latin typeface="Arial MT"/>
                <a:cs typeface="Arial MT"/>
              </a:rPr>
              <a:t>Test </a:t>
            </a:r>
            <a:r>
              <a:rPr dirty="0" sz="3050" spc="55">
                <a:solidFill>
                  <a:srgbClr val="525252"/>
                </a:solidFill>
                <a:latin typeface="Arial MT"/>
                <a:cs typeface="Arial MT"/>
              </a:rPr>
              <a:t>Execution</a:t>
            </a:r>
            <a:endParaRPr sz="3050">
              <a:latin typeface="Arial MT"/>
              <a:cs typeface="Arial MT"/>
            </a:endParaRPr>
          </a:p>
          <a:p>
            <a:pPr marL="15875" marR="5080" indent="3810">
              <a:lnSpc>
                <a:spcPct val="141700"/>
              </a:lnSpc>
              <a:spcBef>
                <a:spcPts val="730"/>
              </a:spcBef>
            </a:pPr>
            <a:r>
              <a:rPr dirty="0" sz="2250">
                <a:solidFill>
                  <a:srgbClr val="424242"/>
                </a:solidFill>
                <a:latin typeface="Arial MT"/>
                <a:cs typeface="Arial MT"/>
              </a:rPr>
              <a:t>Eliminate</a:t>
            </a:r>
            <a:r>
              <a:rPr dirty="0" sz="2250" spc="25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424242"/>
                </a:solidFill>
                <a:latin typeface="Arial MT"/>
                <a:cs typeface="Arial MT"/>
              </a:rPr>
              <a:t>manual</a:t>
            </a:r>
            <a:r>
              <a:rPr dirty="0" sz="2250" spc="8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4B4B4B"/>
                </a:solidFill>
                <a:latin typeface="Arial MT"/>
                <a:cs typeface="Arial MT"/>
              </a:rPr>
              <a:t>test</a:t>
            </a:r>
            <a:r>
              <a:rPr dirty="0" sz="2250" spc="1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 spc="95">
                <a:solidFill>
                  <a:srgbClr val="464646"/>
                </a:solidFill>
                <a:latin typeface="Arial MT"/>
                <a:cs typeface="Arial MT"/>
              </a:rPr>
              <a:t>triggering</a:t>
            </a:r>
            <a:r>
              <a:rPr dirty="0" sz="2250" spc="2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 spc="80">
                <a:solidFill>
                  <a:srgbClr val="494949"/>
                </a:solidFill>
                <a:latin typeface="Arial MT"/>
                <a:cs typeface="Arial MT"/>
              </a:rPr>
              <a:t>through </a:t>
            </a:r>
            <a:r>
              <a:rPr dirty="0" sz="2250" spc="65">
                <a:solidFill>
                  <a:srgbClr val="424242"/>
                </a:solidFill>
                <a:latin typeface="Arial MT"/>
                <a:cs typeface="Arial MT"/>
              </a:rPr>
              <a:t>automated</a:t>
            </a:r>
            <a:r>
              <a:rPr dirty="0" sz="2250" spc="17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50">
                <a:solidFill>
                  <a:srgbClr val="3A3A3A"/>
                </a:solidFill>
                <a:latin typeface="Arial MT"/>
                <a:cs typeface="Arial MT"/>
              </a:rPr>
              <a:t>pipeline</a:t>
            </a:r>
            <a:r>
              <a:rPr dirty="0" sz="2250" spc="16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424242"/>
                </a:solidFill>
                <a:latin typeface="Arial MT"/>
                <a:cs typeface="Arial MT"/>
              </a:rPr>
              <a:t>integration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14104" y="6773836"/>
            <a:ext cx="387985" cy="421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spc="90">
                <a:solidFill>
                  <a:srgbClr val="5E5E5E"/>
                </a:solidFill>
                <a:latin typeface="Times New Roman"/>
                <a:cs typeface="Times New Roman"/>
              </a:rPr>
              <a:t>04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31957" y="7509592"/>
            <a:ext cx="7656830" cy="15392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000" spc="125">
                <a:solidFill>
                  <a:srgbClr val="565656"/>
                </a:solidFill>
                <a:latin typeface="Arial MT"/>
                <a:cs typeface="Arial MT"/>
              </a:rPr>
              <a:t>Integrote</a:t>
            </a:r>
            <a:r>
              <a:rPr dirty="0" sz="3000" spc="5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525252"/>
                </a:solidFill>
                <a:latin typeface="Arial MT"/>
                <a:cs typeface="Arial MT"/>
              </a:rPr>
              <a:t>Jenkins</a:t>
            </a:r>
            <a:r>
              <a:rPr dirty="0" sz="3000" spc="114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3000" spc="65">
                <a:solidFill>
                  <a:srgbClr val="595B70"/>
                </a:solidFill>
                <a:latin typeface="Arial MT"/>
                <a:cs typeface="Arial MT"/>
              </a:rPr>
              <a:t>CI/GD</a:t>
            </a:r>
            <a:endParaRPr sz="3000">
              <a:latin typeface="Arial MT"/>
              <a:cs typeface="Arial MT"/>
            </a:endParaRPr>
          </a:p>
          <a:p>
            <a:pPr marL="30480" marR="5080" indent="-6350">
              <a:lnSpc>
                <a:spcPct val="131000"/>
              </a:lnSpc>
              <a:spcBef>
                <a:spcPts val="890"/>
              </a:spcBef>
            </a:pPr>
            <a:r>
              <a:rPr dirty="0" sz="2350">
                <a:solidFill>
                  <a:srgbClr val="383838"/>
                </a:solidFill>
                <a:latin typeface="Arial MT"/>
                <a:cs typeface="Arial MT"/>
              </a:rPr>
              <a:t>Connect</a:t>
            </a:r>
            <a:r>
              <a:rPr dirty="0" sz="2350" spc="1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494949"/>
                </a:solidFill>
                <a:latin typeface="Arial MT"/>
                <a:cs typeface="Arial MT"/>
              </a:rPr>
              <a:t>automated</a:t>
            </a:r>
            <a:r>
              <a:rPr dirty="0" sz="2350" spc="13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4B4B4B"/>
                </a:solidFill>
                <a:latin typeface="Arial MT"/>
                <a:cs typeface="Arial MT"/>
              </a:rPr>
              <a:t>testing</a:t>
            </a:r>
            <a:r>
              <a:rPr dirty="0" sz="2350" spc="17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4B4B4B"/>
                </a:solidFill>
                <a:latin typeface="Arial MT"/>
                <a:cs typeface="Arial MT"/>
              </a:rPr>
              <a:t>to</a:t>
            </a:r>
            <a:r>
              <a:rPr dirty="0" sz="2350" spc="9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494949"/>
                </a:solidFill>
                <a:latin typeface="Arial MT"/>
                <a:cs typeface="Arial MT"/>
              </a:rPr>
              <a:t>complete</a:t>
            </a:r>
            <a:r>
              <a:rPr dirty="0" sz="2350" spc="2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424242"/>
                </a:solidFill>
                <a:latin typeface="Arial MT"/>
                <a:cs typeface="Arial MT"/>
              </a:rPr>
              <a:t>Devops</a:t>
            </a:r>
            <a:r>
              <a:rPr dirty="0" sz="2350" spc="21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50" spc="-10">
                <a:solidFill>
                  <a:srgbClr val="444444"/>
                </a:solidFill>
                <a:latin typeface="Arial MT"/>
                <a:cs typeface="Arial MT"/>
              </a:rPr>
              <a:t>pipeline </a:t>
            </a:r>
            <a:r>
              <a:rPr dirty="0" sz="2350" spc="-10">
                <a:solidFill>
                  <a:srgbClr val="464646"/>
                </a:solidFill>
                <a:latin typeface="Arial MT"/>
                <a:cs typeface="Arial MT"/>
              </a:rPr>
              <a:t>workflow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093918" y="3423149"/>
            <a:ext cx="412115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85">
                <a:solidFill>
                  <a:srgbClr val="3D3D3D"/>
                </a:solidFill>
                <a:latin typeface="Courier New"/>
                <a:cs typeface="Courier New"/>
              </a:rPr>
              <a:t>02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130201" y="4175658"/>
            <a:ext cx="4890770" cy="2038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000" spc="135">
                <a:solidFill>
                  <a:srgbClr val="525252"/>
                </a:solidFill>
                <a:latin typeface="Arial MT"/>
                <a:cs typeface="Arial MT"/>
              </a:rPr>
              <a:t>Implement</a:t>
            </a:r>
            <a:r>
              <a:rPr dirty="0" sz="3000" spc="10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3000" spc="80">
                <a:solidFill>
                  <a:srgbClr val="525252"/>
                </a:solidFill>
                <a:latin typeface="Arial MT"/>
                <a:cs typeface="Arial MT"/>
              </a:rPr>
              <a:t>Porollel</a:t>
            </a:r>
            <a:r>
              <a:rPr dirty="0" sz="3000" spc="-3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4F4F4F"/>
                </a:solidFill>
                <a:latin typeface="Arial MT"/>
                <a:cs typeface="Arial MT"/>
              </a:rPr>
              <a:t>Testing</a:t>
            </a:r>
            <a:endParaRPr sz="3000">
              <a:latin typeface="Arial MT"/>
              <a:cs typeface="Arial MT"/>
            </a:endParaRPr>
          </a:p>
          <a:p>
            <a:pPr marL="29845" marR="5080" indent="-3810">
              <a:lnSpc>
                <a:spcPct val="141700"/>
              </a:lnSpc>
              <a:spcBef>
                <a:spcPts val="740"/>
              </a:spcBef>
            </a:pPr>
            <a:r>
              <a:rPr dirty="0" sz="2250">
                <a:solidFill>
                  <a:srgbClr val="494949"/>
                </a:solidFill>
                <a:latin typeface="Arial MT"/>
                <a:cs typeface="Arial MT"/>
              </a:rPr>
              <a:t>Execute</a:t>
            </a:r>
            <a:r>
              <a:rPr dirty="0" sz="2250" spc="14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 spc="90">
                <a:solidFill>
                  <a:srgbClr val="414141"/>
                </a:solidFill>
                <a:latin typeface="Arial MT"/>
                <a:cs typeface="Arial MT"/>
              </a:rPr>
              <a:t>multiple</a:t>
            </a:r>
            <a:r>
              <a:rPr dirty="0" sz="2250" spc="10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3D3D3D"/>
                </a:solidFill>
                <a:latin typeface="Arial MT"/>
                <a:cs typeface="Arial MT"/>
              </a:rPr>
              <a:t>test</a:t>
            </a:r>
            <a:r>
              <a:rPr dirty="0" sz="2250" spc="114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424242"/>
                </a:solidFill>
                <a:latin typeface="Arial MT"/>
                <a:cs typeface="Arial MT"/>
              </a:rPr>
              <a:t>suites </a:t>
            </a:r>
            <a:r>
              <a:rPr dirty="0" sz="2250" spc="70">
                <a:solidFill>
                  <a:srgbClr val="484848"/>
                </a:solidFill>
                <a:latin typeface="Arial MT"/>
                <a:cs typeface="Arial MT"/>
              </a:rPr>
              <a:t>simultaneously</a:t>
            </a:r>
            <a:r>
              <a:rPr dirty="0" sz="2250" spc="1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84848"/>
                </a:solidFill>
                <a:latin typeface="Arial MT"/>
                <a:cs typeface="Arial MT"/>
              </a:rPr>
              <a:t>using</a:t>
            </a:r>
            <a:r>
              <a:rPr dirty="0" sz="2250" spc="12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3A3A3A"/>
                </a:solidFill>
                <a:latin typeface="Arial MT"/>
                <a:cs typeface="Arial MT"/>
              </a:rPr>
              <a:t>TestNG</a:t>
            </a:r>
            <a:r>
              <a:rPr dirty="0" sz="2250" spc="12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250" spc="45">
                <a:solidFill>
                  <a:srgbClr val="464646"/>
                </a:solidFill>
                <a:latin typeface="Arial MT"/>
                <a:cs typeface="Arial MT"/>
              </a:rPr>
              <a:t>thread </a:t>
            </a:r>
            <a:r>
              <a:rPr dirty="0" sz="2250" spc="-10">
                <a:solidFill>
                  <a:srgbClr val="3F3F3F"/>
                </a:solidFill>
                <a:latin typeface="Arial MT"/>
                <a:cs typeface="Arial MT"/>
              </a:rPr>
              <a:t>management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162075" y="6790590"/>
            <a:ext cx="347980" cy="4006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spc="-25">
                <a:solidFill>
                  <a:srgbClr val="565656"/>
                </a:solidFill>
                <a:latin typeface="Times New Roman"/>
                <a:cs typeface="Times New Roman"/>
              </a:rPr>
              <a:t>05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217903" y="3456656"/>
            <a:ext cx="363220" cy="4006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spc="-25">
                <a:solidFill>
                  <a:srgbClr val="494949"/>
                </a:solidFill>
                <a:latin typeface="Arial MT"/>
                <a:cs typeface="Arial MT"/>
              </a:rPr>
              <a:t>03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237088" y="3914386"/>
            <a:ext cx="5048250" cy="1818639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5875" marR="5080" indent="-3810">
              <a:lnSpc>
                <a:spcPct val="140300"/>
              </a:lnSpc>
              <a:spcBef>
                <a:spcPts val="740"/>
              </a:spcBef>
            </a:pPr>
            <a:r>
              <a:rPr dirty="0" sz="3000" spc="75">
                <a:solidFill>
                  <a:srgbClr val="545454"/>
                </a:solidFill>
                <a:latin typeface="Arial MT"/>
                <a:cs typeface="Arial MT"/>
              </a:rPr>
              <a:t>Contoinerize</a:t>
            </a:r>
            <a:r>
              <a:rPr dirty="0" sz="3000" spc="19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3000" spc="75">
                <a:solidFill>
                  <a:srgbClr val="525252"/>
                </a:solidFill>
                <a:latin typeface="Arial MT"/>
                <a:cs typeface="Arial MT"/>
              </a:rPr>
              <a:t>Selenium</a:t>
            </a:r>
            <a:r>
              <a:rPr dirty="0" sz="3000" spc="1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3000" spc="114">
                <a:solidFill>
                  <a:srgbClr val="525D70"/>
                </a:solidFill>
                <a:latin typeface="Arial MT"/>
                <a:cs typeface="Arial MT"/>
              </a:rPr>
              <a:t>Grid </a:t>
            </a:r>
            <a:r>
              <a:rPr dirty="0" sz="2400" spc="-35">
                <a:solidFill>
                  <a:srgbClr val="494949"/>
                </a:solidFill>
                <a:latin typeface="Arial MT"/>
                <a:cs typeface="Arial MT"/>
              </a:rPr>
              <a:t>Create</a:t>
            </a:r>
            <a:r>
              <a:rPr dirty="0" sz="2400" spc="-10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646"/>
                </a:solidFill>
                <a:latin typeface="Arial MT"/>
                <a:cs typeface="Arial MT"/>
              </a:rPr>
              <a:t>isolated,</a:t>
            </a:r>
            <a:r>
              <a:rPr dirty="0" sz="2400" spc="-4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64646"/>
                </a:solidFill>
                <a:latin typeface="Arial MT"/>
                <a:cs typeface="Arial MT"/>
              </a:rPr>
              <a:t>reproducible</a:t>
            </a:r>
            <a:r>
              <a:rPr dirty="0" sz="2400" spc="-9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4F4F4F"/>
                </a:solidFill>
                <a:latin typeface="Arial MT"/>
                <a:cs typeface="Arial MT"/>
              </a:rPr>
              <a:t>test </a:t>
            </a:r>
            <a:r>
              <a:rPr dirty="0" sz="2400">
                <a:solidFill>
                  <a:srgbClr val="464646"/>
                </a:solidFill>
                <a:latin typeface="Arial MT"/>
                <a:cs typeface="Arial MT"/>
              </a:rPr>
              <a:t>environments</a:t>
            </a:r>
            <a:r>
              <a:rPr dirty="0" sz="2400" spc="15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494949"/>
                </a:solidFill>
                <a:latin typeface="Arial MT"/>
                <a:cs typeface="Arial MT"/>
              </a:rPr>
              <a:t>with</a:t>
            </a:r>
            <a:r>
              <a:rPr dirty="0" sz="2400" spc="-10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383838"/>
                </a:solidFill>
                <a:latin typeface="Arial MT"/>
                <a:cs typeface="Arial MT"/>
              </a:rPr>
              <a:t>Docker</a:t>
            </a:r>
            <a:r>
              <a:rPr dirty="0" sz="2400" spc="6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464646"/>
                </a:solidFill>
                <a:latin typeface="Arial MT"/>
                <a:cs typeface="Arial MT"/>
              </a:rPr>
              <a:t>containers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186674" y="7515176"/>
            <a:ext cx="7451725" cy="1061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0" spc="70">
                <a:solidFill>
                  <a:srgbClr val="4F4F4F"/>
                </a:solidFill>
                <a:latin typeface="Arial MT"/>
                <a:cs typeface="Arial MT"/>
              </a:rPr>
              <a:t>Generote</a:t>
            </a:r>
            <a:r>
              <a:rPr dirty="0" sz="3000" spc="-3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525252"/>
                </a:solidFill>
                <a:latin typeface="Arial MT"/>
                <a:cs typeface="Arial MT"/>
              </a:rPr>
              <a:t>Test</a:t>
            </a:r>
            <a:r>
              <a:rPr dirty="0" sz="3000" spc="-7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3000" spc="90">
                <a:solidFill>
                  <a:srgbClr val="525252"/>
                </a:solidFill>
                <a:latin typeface="Arial MT"/>
                <a:cs typeface="Arial MT"/>
              </a:rPr>
              <a:t>Reports</a:t>
            </a:r>
            <a:endParaRPr sz="30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1864"/>
              </a:spcBef>
            </a:pPr>
            <a:r>
              <a:rPr dirty="0" sz="2250">
                <a:solidFill>
                  <a:srgbClr val="494949"/>
                </a:solidFill>
                <a:latin typeface="Arial MT"/>
                <a:cs typeface="Arial MT"/>
              </a:rPr>
              <a:t>Produce</a:t>
            </a:r>
            <a:r>
              <a:rPr dirty="0" sz="2250" spc="2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94949"/>
                </a:solidFill>
                <a:latin typeface="Arial MT"/>
                <a:cs typeface="Arial MT"/>
              </a:rPr>
              <a:t>detailed</a:t>
            </a:r>
            <a:r>
              <a:rPr dirty="0" sz="2250" spc="21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F4F4F"/>
                </a:solidFill>
                <a:latin typeface="Arial MT"/>
                <a:cs typeface="Arial MT"/>
              </a:rPr>
              <a:t>JUnit</a:t>
            </a:r>
            <a:r>
              <a:rPr dirty="0" sz="2250" spc="20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50" spc="80">
                <a:solidFill>
                  <a:srgbClr val="464646"/>
                </a:solidFill>
                <a:latin typeface="Arial MT"/>
                <a:cs typeface="Arial MT"/>
              </a:rPr>
              <a:t>reports</a:t>
            </a:r>
            <a:r>
              <a:rPr dirty="0" sz="2250" spc="10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 spc="70">
                <a:solidFill>
                  <a:srgbClr val="444444"/>
                </a:solidFill>
                <a:latin typeface="Arial MT"/>
                <a:cs typeface="Arial MT"/>
              </a:rPr>
              <a:t>for</a:t>
            </a:r>
            <a:r>
              <a:rPr dirty="0" sz="2250" spc="27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44444"/>
                </a:solidFill>
                <a:latin typeface="Arial MT"/>
                <a:cs typeface="Arial MT"/>
              </a:rPr>
              <a:t>analysis</a:t>
            </a:r>
            <a:r>
              <a:rPr dirty="0" sz="2250" spc="28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D4D4D"/>
                </a:solidFill>
                <a:latin typeface="Arial MT"/>
                <a:cs typeface="Arial MT"/>
              </a:rPr>
              <a:t>and</a:t>
            </a:r>
            <a:r>
              <a:rPr dirty="0" sz="2250" spc="114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4F4F4F"/>
                </a:solidFill>
                <a:latin typeface="Arial MT"/>
                <a:cs typeface="Arial MT"/>
              </a:rPr>
              <a:t>tracking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711" y="5712917"/>
            <a:ext cx="787410" cy="78741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5755" y="5712917"/>
            <a:ext cx="276431" cy="25967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711" y="9063601"/>
            <a:ext cx="9968283" cy="8041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3035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205"/>
              </a:spcBef>
            </a:pPr>
            <a:r>
              <a:rPr dirty="0" spc="-10">
                <a:solidFill>
                  <a:srgbClr val="313131"/>
                </a:solidFill>
              </a:rPr>
              <a:t>Tools</a:t>
            </a:r>
            <a:r>
              <a:rPr dirty="0" spc="-340">
                <a:solidFill>
                  <a:srgbClr val="313131"/>
                </a:solidFill>
              </a:rPr>
              <a:t> </a:t>
            </a:r>
            <a:r>
              <a:rPr dirty="0" spc="235">
                <a:solidFill>
                  <a:srgbClr val="363636"/>
                </a:solidFill>
              </a:rPr>
              <a:t>ond</a:t>
            </a:r>
            <a:r>
              <a:rPr dirty="0" spc="-430">
                <a:solidFill>
                  <a:srgbClr val="363636"/>
                </a:solidFill>
              </a:rPr>
              <a:t> </a:t>
            </a:r>
            <a:r>
              <a:rPr dirty="0" spc="-10">
                <a:solidFill>
                  <a:srgbClr val="333333"/>
                </a:solidFill>
              </a:rPr>
              <a:t>Technologies</a:t>
            </a:r>
          </a:p>
          <a:p>
            <a:pPr marL="20955">
              <a:lnSpc>
                <a:spcPct val="100000"/>
              </a:lnSpc>
              <a:spcBef>
                <a:spcPts val="1620"/>
              </a:spcBef>
            </a:pPr>
            <a:r>
              <a:rPr dirty="0" sz="9350" spc="-800">
                <a:solidFill>
                  <a:srgbClr val="2D2D2D"/>
                </a:solidFill>
              </a:rPr>
              <a:t>B</a:t>
            </a:r>
            <a:endParaRPr sz="9350"/>
          </a:p>
        </p:txBody>
      </p:sp>
      <p:sp>
        <p:nvSpPr>
          <p:cNvPr id="6" name="object 6" descr=""/>
          <p:cNvSpPr txBox="1"/>
          <p:nvPr/>
        </p:nvSpPr>
        <p:spPr>
          <a:xfrm>
            <a:off x="10149515" y="1583701"/>
            <a:ext cx="8836660" cy="3452495"/>
          </a:xfrm>
          <a:prstGeom prst="rect">
            <a:avLst/>
          </a:prstGeom>
        </p:spPr>
        <p:txBody>
          <a:bodyPr wrap="square" lIns="0" tIns="3702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15"/>
              </a:spcBef>
            </a:pPr>
            <a:r>
              <a:rPr dirty="0" sz="9350" spc="-2295">
                <a:solidFill>
                  <a:srgbClr val="212121"/>
                </a:solidFill>
                <a:latin typeface="Arial MT"/>
                <a:cs typeface="Arial MT"/>
              </a:rPr>
              <a:t>O°</a:t>
            </a:r>
            <a:endParaRPr sz="9350">
              <a:latin typeface="Arial MT"/>
              <a:cs typeface="Arial MT"/>
            </a:endParaRPr>
          </a:p>
          <a:p>
            <a:pPr marL="84455">
              <a:lnSpc>
                <a:spcPct val="100000"/>
              </a:lnSpc>
              <a:spcBef>
                <a:spcPts val="930"/>
              </a:spcBef>
            </a:pPr>
            <a:r>
              <a:rPr dirty="0" sz="3000" spc="-10">
                <a:solidFill>
                  <a:srgbClr val="4F4F4F"/>
                </a:solidFill>
                <a:latin typeface="Arial MT"/>
                <a:cs typeface="Arial MT"/>
              </a:rPr>
              <a:t>Jenkins</a:t>
            </a:r>
            <a:endParaRPr sz="3000">
              <a:latin typeface="Arial MT"/>
              <a:cs typeface="Arial MT"/>
            </a:endParaRPr>
          </a:p>
          <a:p>
            <a:pPr marL="93980" marR="5080" indent="-5080">
              <a:lnSpc>
                <a:spcPct val="144900"/>
              </a:lnSpc>
              <a:spcBef>
                <a:spcPts val="765"/>
              </a:spcBef>
            </a:pPr>
            <a:r>
              <a:rPr dirty="0" sz="2200">
                <a:solidFill>
                  <a:srgbClr val="363636"/>
                </a:solidFill>
                <a:latin typeface="Arial MT"/>
                <a:cs typeface="Arial MT"/>
              </a:rPr>
              <a:t>CI/CD</a:t>
            </a:r>
            <a:r>
              <a:rPr dirty="0" sz="2200" spc="17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200" spc="90">
                <a:solidFill>
                  <a:srgbClr val="383838"/>
                </a:solidFill>
                <a:latin typeface="Arial MT"/>
                <a:cs typeface="Arial MT"/>
              </a:rPr>
              <a:t>automation</a:t>
            </a:r>
            <a:r>
              <a:rPr dirty="0" sz="2200" spc="2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84848"/>
                </a:solidFill>
                <a:latin typeface="Arial MT"/>
                <a:cs typeface="Arial MT"/>
              </a:rPr>
              <a:t>server</a:t>
            </a:r>
            <a:r>
              <a:rPr dirty="0" sz="2200" spc="35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80">
                <a:solidFill>
                  <a:srgbClr val="383838"/>
                </a:solidFill>
                <a:latin typeface="Arial MT"/>
                <a:cs typeface="Arial MT"/>
              </a:rPr>
              <a:t>orchestrating</a:t>
            </a:r>
            <a:r>
              <a:rPr dirty="0" sz="2200" spc="28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200" spc="85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dirty="0" sz="2200" spc="13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85">
                <a:solidFill>
                  <a:srgbClr val="444444"/>
                </a:solidFill>
                <a:latin typeface="Arial MT"/>
                <a:cs typeface="Arial MT"/>
              </a:rPr>
              <a:t>entire</a:t>
            </a:r>
            <a:r>
              <a:rPr dirty="0" sz="2200" spc="10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85">
                <a:solidFill>
                  <a:srgbClr val="494949"/>
                </a:solidFill>
                <a:latin typeface="Arial MT"/>
                <a:cs typeface="Arial MT"/>
              </a:rPr>
              <a:t>testing</a:t>
            </a:r>
            <a:r>
              <a:rPr dirty="0" sz="2200" spc="20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60">
                <a:solidFill>
                  <a:srgbClr val="484848"/>
                </a:solidFill>
                <a:latin typeface="Arial MT"/>
                <a:cs typeface="Arial MT"/>
              </a:rPr>
              <a:t>pipeline </a:t>
            </a:r>
            <a:r>
              <a:rPr dirty="0" sz="2200" spc="90">
                <a:solidFill>
                  <a:srgbClr val="444444"/>
                </a:solidFill>
                <a:latin typeface="Arial MT"/>
                <a:cs typeface="Arial MT"/>
              </a:rPr>
              <a:t>workflow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38272" y="3481784"/>
            <a:ext cx="8597265" cy="15544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00" spc="80">
                <a:solidFill>
                  <a:srgbClr val="525252"/>
                </a:solidFill>
                <a:latin typeface="Arial MT"/>
                <a:cs typeface="Arial MT"/>
              </a:rPr>
              <a:t>Docker</a:t>
            </a:r>
            <a:endParaRPr sz="3000">
              <a:latin typeface="Arial MT"/>
              <a:cs typeface="Arial MT"/>
            </a:endParaRPr>
          </a:p>
          <a:p>
            <a:pPr marL="23495" marR="5080" indent="-3810">
              <a:lnSpc>
                <a:spcPct val="144900"/>
              </a:lnSpc>
              <a:spcBef>
                <a:spcPts val="765"/>
              </a:spcBef>
            </a:pPr>
            <a:r>
              <a:rPr dirty="0" sz="2200" spc="80">
                <a:solidFill>
                  <a:srgbClr val="383838"/>
                </a:solidFill>
                <a:latin typeface="Arial MT"/>
                <a:cs typeface="Arial MT"/>
              </a:rPr>
              <a:t>Containerization</a:t>
            </a:r>
            <a:r>
              <a:rPr dirty="0" sz="220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200" spc="114">
                <a:solidFill>
                  <a:srgbClr val="3F3F3F"/>
                </a:solidFill>
                <a:latin typeface="Arial MT"/>
                <a:cs typeface="Arial MT"/>
              </a:rPr>
              <a:t>platform</a:t>
            </a:r>
            <a:r>
              <a:rPr dirty="0" sz="2200" spc="1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100">
                <a:solidFill>
                  <a:srgbClr val="444444"/>
                </a:solidFill>
                <a:latin typeface="Arial MT"/>
                <a:cs typeface="Arial MT"/>
              </a:rPr>
              <a:t>for</a:t>
            </a:r>
            <a:r>
              <a:rPr dirty="0" sz="2200" spc="1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80">
                <a:solidFill>
                  <a:srgbClr val="444444"/>
                </a:solidFill>
                <a:latin typeface="Arial MT"/>
                <a:cs typeface="Arial MT"/>
              </a:rPr>
              <a:t>creating</a:t>
            </a:r>
            <a:r>
              <a:rPr dirty="0" sz="2200" spc="17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65">
                <a:solidFill>
                  <a:srgbClr val="3D3D3D"/>
                </a:solidFill>
                <a:latin typeface="Arial MT"/>
                <a:cs typeface="Arial MT"/>
              </a:rPr>
              <a:t>Selenium</a:t>
            </a:r>
            <a:r>
              <a:rPr dirty="0" sz="2200" spc="14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75">
                <a:solidFill>
                  <a:srgbClr val="4D4D4D"/>
                </a:solidFill>
                <a:latin typeface="Arial MT"/>
                <a:cs typeface="Arial MT"/>
              </a:rPr>
              <a:t>Grid </a:t>
            </a:r>
            <a:r>
              <a:rPr dirty="0" sz="2200" spc="60">
                <a:solidFill>
                  <a:srgbClr val="444444"/>
                </a:solidFill>
                <a:latin typeface="Arial MT"/>
                <a:cs typeface="Arial MT"/>
              </a:rPr>
              <a:t>nodes</a:t>
            </a:r>
            <a:r>
              <a:rPr dirty="0" sz="2200" spc="1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30">
                <a:solidFill>
                  <a:srgbClr val="444444"/>
                </a:solidFill>
                <a:latin typeface="Arial MT"/>
                <a:cs typeface="Arial MT"/>
              </a:rPr>
              <a:t>and </a:t>
            </a:r>
            <a:r>
              <a:rPr dirty="0" sz="2200" spc="60">
                <a:solidFill>
                  <a:srgbClr val="464646"/>
                </a:solidFill>
                <a:latin typeface="Arial MT"/>
                <a:cs typeface="Arial MT"/>
              </a:rPr>
              <a:t>isolated</a:t>
            </a:r>
            <a:r>
              <a:rPr dirty="0" sz="2200" spc="9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85">
                <a:solidFill>
                  <a:srgbClr val="3F3F3F"/>
                </a:solidFill>
                <a:latin typeface="Arial MT"/>
                <a:cs typeface="Arial MT"/>
              </a:rPr>
              <a:t>test</a:t>
            </a:r>
            <a:r>
              <a:rPr dirty="0" sz="2200" spc="11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75">
                <a:solidFill>
                  <a:srgbClr val="4D4D4D"/>
                </a:solidFill>
                <a:latin typeface="Arial MT"/>
                <a:cs typeface="Arial MT"/>
              </a:rPr>
              <a:t>environments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42271" y="6832469"/>
            <a:ext cx="8695690" cy="15544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00" spc="90">
                <a:solidFill>
                  <a:srgbClr val="4B4B4B"/>
                </a:solidFill>
                <a:latin typeface="Arial MT"/>
                <a:cs typeface="Arial MT"/>
              </a:rPr>
              <a:t>Selenium</a:t>
            </a:r>
            <a:r>
              <a:rPr dirty="0" sz="3000" spc="-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3000" spc="100">
                <a:solidFill>
                  <a:srgbClr val="4D4D4D"/>
                </a:solidFill>
                <a:latin typeface="Arial MT"/>
                <a:cs typeface="Arial MT"/>
              </a:rPr>
              <a:t>Grid</a:t>
            </a:r>
            <a:endParaRPr sz="30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  <a:spcBef>
                <a:spcPts val="1850"/>
              </a:spcBef>
            </a:pPr>
            <a:r>
              <a:rPr dirty="0" sz="2300">
                <a:solidFill>
                  <a:srgbClr val="464646"/>
                </a:solidFill>
                <a:latin typeface="Arial MT"/>
                <a:cs typeface="Arial MT"/>
              </a:rPr>
              <a:t>Distributed</a:t>
            </a:r>
            <a:r>
              <a:rPr dirty="0" sz="2300" spc="40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414141"/>
                </a:solidFill>
                <a:latin typeface="Arial MT"/>
                <a:cs typeface="Arial MT"/>
              </a:rPr>
              <a:t>testing</a:t>
            </a:r>
            <a:r>
              <a:rPr dirty="0" sz="2300" spc="29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44444"/>
                </a:solidFill>
                <a:latin typeface="Arial MT"/>
                <a:cs typeface="Arial MT"/>
              </a:rPr>
              <a:t>framework</a:t>
            </a:r>
            <a:r>
              <a:rPr dirty="0" sz="2300" spc="5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24242"/>
                </a:solidFill>
                <a:latin typeface="Arial MT"/>
                <a:cs typeface="Arial MT"/>
              </a:rPr>
              <a:t>enabling</a:t>
            </a:r>
            <a:r>
              <a:rPr dirty="0" sz="2300" spc="34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94949"/>
                </a:solidFill>
                <a:latin typeface="Arial MT"/>
                <a:cs typeface="Arial MT"/>
              </a:rPr>
              <a:t>parallel</a:t>
            </a:r>
            <a:r>
              <a:rPr dirty="0" sz="2300" spc="39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43434"/>
                </a:solidFill>
                <a:latin typeface="Arial MT"/>
                <a:cs typeface="Arial MT"/>
              </a:rPr>
              <a:t>execution</a:t>
            </a:r>
            <a:r>
              <a:rPr dirty="0" sz="2300" spc="34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3A3A3A"/>
                </a:solidFill>
                <a:latin typeface="Arial MT"/>
                <a:cs typeface="Arial MT"/>
              </a:rPr>
              <a:t>across</a:t>
            </a:r>
            <a:endParaRPr sz="230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1165"/>
              </a:spcBef>
            </a:pPr>
            <a:r>
              <a:rPr dirty="0" sz="2200" spc="65">
                <a:solidFill>
                  <a:srgbClr val="444444"/>
                </a:solidFill>
                <a:latin typeface="Arial MT"/>
                <a:cs typeface="Arial MT"/>
              </a:rPr>
              <a:t>browser</a:t>
            </a:r>
            <a:r>
              <a:rPr dirty="0" sz="2200" spc="19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60">
                <a:solidFill>
                  <a:srgbClr val="424242"/>
                </a:solidFill>
                <a:latin typeface="Arial MT"/>
                <a:cs typeface="Arial MT"/>
              </a:rPr>
              <a:t>containers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221455" y="6832469"/>
            <a:ext cx="8155940" cy="15544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00">
                <a:solidFill>
                  <a:srgbClr val="505050"/>
                </a:solidFill>
                <a:latin typeface="Arial MT"/>
                <a:cs typeface="Arial MT"/>
              </a:rPr>
              <a:t>Java</a:t>
            </a:r>
            <a:r>
              <a:rPr dirty="0" sz="3000" spc="2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5B5B79"/>
                </a:solidFill>
                <a:latin typeface="Arial MT"/>
                <a:cs typeface="Arial MT"/>
              </a:rPr>
              <a:t>&amp;</a:t>
            </a:r>
            <a:r>
              <a:rPr dirty="0" sz="3000" spc="125">
                <a:solidFill>
                  <a:srgbClr val="5B5B79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424242"/>
                </a:solidFill>
                <a:latin typeface="Arial MT"/>
                <a:cs typeface="Arial MT"/>
              </a:rPr>
              <a:t>TestNG</a:t>
            </a:r>
            <a:endParaRPr sz="300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1850"/>
              </a:spcBef>
            </a:pPr>
            <a:r>
              <a:rPr dirty="0" sz="2300" spc="-10">
                <a:solidFill>
                  <a:srgbClr val="4B4B4B"/>
                </a:solidFill>
                <a:latin typeface="Arial MT"/>
                <a:cs typeface="Arial MT"/>
              </a:rPr>
              <a:t>Test</a:t>
            </a:r>
            <a:r>
              <a:rPr dirty="0" sz="2300" spc="22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14141"/>
                </a:solidFill>
                <a:latin typeface="Arial MT"/>
                <a:cs typeface="Arial MT"/>
              </a:rPr>
              <a:t>framework</a:t>
            </a:r>
            <a:r>
              <a:rPr dirty="0" sz="2300" spc="459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64646"/>
                </a:solidFill>
                <a:latin typeface="Arial MT"/>
                <a:cs typeface="Arial MT"/>
              </a:rPr>
              <a:t>providing</a:t>
            </a:r>
            <a:r>
              <a:rPr dirty="0" sz="2300" spc="32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B3B3B"/>
                </a:solidFill>
                <a:latin typeface="Arial MT"/>
                <a:cs typeface="Arial MT"/>
              </a:rPr>
              <a:t>annotations</a:t>
            </a:r>
            <a:r>
              <a:rPr dirty="0" sz="2300" spc="42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24242"/>
                </a:solidFill>
                <a:latin typeface="Arial MT"/>
                <a:cs typeface="Arial MT"/>
              </a:rPr>
              <a:t>and</a:t>
            </a:r>
            <a:r>
              <a:rPr dirty="0" sz="2300" spc="20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94949"/>
                </a:solidFill>
                <a:latin typeface="Arial MT"/>
                <a:cs typeface="Arial MT"/>
              </a:rPr>
              <a:t>parallel</a:t>
            </a:r>
            <a:r>
              <a:rPr dirty="0" sz="2300" spc="30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24242"/>
                </a:solidFill>
                <a:latin typeface="Arial MT"/>
                <a:cs typeface="Arial MT"/>
              </a:rPr>
              <a:t>execution</a:t>
            </a:r>
            <a:endParaRPr sz="2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165"/>
              </a:spcBef>
            </a:pPr>
            <a:r>
              <a:rPr dirty="0" sz="2200" spc="50">
                <a:solidFill>
                  <a:srgbClr val="363636"/>
                </a:solidFill>
                <a:latin typeface="Arial MT"/>
                <a:cs typeface="Arial MT"/>
              </a:rPr>
              <a:t>capabilities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39086" y="10183152"/>
            <a:ext cx="6998334" cy="15544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00" spc="120">
                <a:solidFill>
                  <a:srgbClr val="676E7E"/>
                </a:solidFill>
                <a:latin typeface="Arial MT"/>
                <a:cs typeface="Arial MT"/>
              </a:rPr>
              <a:t>GitHub</a:t>
            </a:r>
            <a:endParaRPr sz="3000">
              <a:latin typeface="Arial MT"/>
              <a:cs typeface="Arial MT"/>
            </a:endParaRPr>
          </a:p>
          <a:p>
            <a:pPr marL="22225" marR="5080" indent="1270">
              <a:lnSpc>
                <a:spcPct val="144900"/>
              </a:lnSpc>
              <a:spcBef>
                <a:spcPts val="765"/>
              </a:spcBef>
            </a:pPr>
            <a:r>
              <a:rPr dirty="0" sz="2200">
                <a:solidFill>
                  <a:srgbClr val="424242"/>
                </a:solidFill>
                <a:latin typeface="Arial MT"/>
                <a:cs typeface="Arial MT"/>
              </a:rPr>
              <a:t>Version</a:t>
            </a:r>
            <a:r>
              <a:rPr dirty="0" sz="2200" spc="204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95">
                <a:solidFill>
                  <a:srgbClr val="444444"/>
                </a:solidFill>
                <a:latin typeface="Arial MT"/>
                <a:cs typeface="Arial MT"/>
              </a:rPr>
              <a:t>control</a:t>
            </a:r>
            <a:r>
              <a:rPr dirty="0" sz="2200" spc="204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24242"/>
                </a:solidFill>
                <a:latin typeface="Arial MT"/>
                <a:cs typeface="Arial MT"/>
              </a:rPr>
              <a:t>system</a:t>
            </a:r>
            <a:r>
              <a:rPr dirty="0" sz="2200" spc="27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95">
                <a:solidFill>
                  <a:srgbClr val="444444"/>
                </a:solidFill>
                <a:latin typeface="Arial MT"/>
                <a:cs typeface="Arial MT"/>
              </a:rPr>
              <a:t>storing</a:t>
            </a:r>
            <a:r>
              <a:rPr dirty="0" sz="2200" spc="18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60">
                <a:solidFill>
                  <a:srgbClr val="3D3D3D"/>
                </a:solidFill>
                <a:latin typeface="Arial MT"/>
                <a:cs typeface="Arial MT"/>
              </a:rPr>
              <a:t>source</a:t>
            </a:r>
            <a:r>
              <a:rPr dirty="0" sz="2200" spc="16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65">
                <a:solidFill>
                  <a:srgbClr val="3A3A3A"/>
                </a:solidFill>
                <a:latin typeface="Arial MT"/>
                <a:cs typeface="Arial MT"/>
              </a:rPr>
              <a:t>code</a:t>
            </a:r>
            <a:r>
              <a:rPr dirty="0" sz="2200" spc="16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200" spc="55">
                <a:solidFill>
                  <a:srgbClr val="3B3B3B"/>
                </a:solidFill>
                <a:latin typeface="Arial MT"/>
                <a:cs typeface="Arial MT"/>
              </a:rPr>
              <a:t>and</a:t>
            </a:r>
            <a:r>
              <a:rPr dirty="0" sz="2200" spc="8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200" spc="60">
                <a:solidFill>
                  <a:srgbClr val="3A3A3A"/>
                </a:solidFill>
                <a:latin typeface="Arial MT"/>
                <a:cs typeface="Arial MT"/>
              </a:rPr>
              <a:t>test </a:t>
            </a:r>
            <a:r>
              <a:rPr dirty="0" sz="2200" spc="95">
                <a:solidFill>
                  <a:srgbClr val="464646"/>
                </a:solidFill>
                <a:latin typeface="Arial MT"/>
                <a:cs typeface="Arial MT"/>
              </a:rPr>
              <a:t>configurations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230163" y="10183152"/>
            <a:ext cx="7473950" cy="15544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20"/>
              </a:spcBef>
            </a:pPr>
            <a:r>
              <a:rPr dirty="0" sz="3000" spc="110">
                <a:solidFill>
                  <a:srgbClr val="4D4D4D"/>
                </a:solidFill>
                <a:latin typeface="Arial MT"/>
                <a:cs typeface="Arial MT"/>
              </a:rPr>
              <a:t>Apache</a:t>
            </a:r>
            <a:r>
              <a:rPr dirty="0" sz="3000" spc="3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3000" spc="110">
                <a:solidFill>
                  <a:srgbClr val="4B4B4B"/>
                </a:solidFill>
                <a:latin typeface="Arial MT"/>
                <a:cs typeface="Arial MT"/>
              </a:rPr>
              <a:t>Moven</a:t>
            </a:r>
            <a:endParaRPr sz="3000">
              <a:latin typeface="Arial MT"/>
              <a:cs typeface="Arial MT"/>
            </a:endParaRPr>
          </a:p>
          <a:p>
            <a:pPr marL="12700" marR="5080" indent="6350">
              <a:lnSpc>
                <a:spcPct val="144900"/>
              </a:lnSpc>
              <a:spcBef>
                <a:spcPts val="765"/>
              </a:spcBef>
            </a:pPr>
            <a:r>
              <a:rPr dirty="0" sz="2200" spc="70">
                <a:solidFill>
                  <a:srgbClr val="3D3D3D"/>
                </a:solidFill>
                <a:latin typeface="Arial MT"/>
                <a:cs typeface="Arial MT"/>
              </a:rPr>
              <a:t>Build</a:t>
            </a:r>
            <a:r>
              <a:rPr dirty="0" sz="2200" spc="7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90">
                <a:solidFill>
                  <a:srgbClr val="363636"/>
                </a:solidFill>
                <a:latin typeface="Arial MT"/>
                <a:cs typeface="Arial MT"/>
              </a:rPr>
              <a:t>automation</a:t>
            </a:r>
            <a:r>
              <a:rPr dirty="0" sz="2200" spc="21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200" spc="110">
                <a:solidFill>
                  <a:srgbClr val="3F3F3F"/>
                </a:solidFill>
                <a:latin typeface="Arial MT"/>
                <a:cs typeface="Arial MT"/>
              </a:rPr>
              <a:t>tool</a:t>
            </a:r>
            <a:r>
              <a:rPr dirty="0" sz="2200" spc="7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80">
                <a:solidFill>
                  <a:srgbClr val="3F3F3F"/>
                </a:solidFill>
                <a:latin typeface="Arial MT"/>
                <a:cs typeface="Arial MT"/>
              </a:rPr>
              <a:t>managing</a:t>
            </a:r>
            <a:r>
              <a:rPr dirty="0" sz="2200" spc="19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65">
                <a:solidFill>
                  <a:srgbClr val="444444"/>
                </a:solidFill>
                <a:latin typeface="Arial MT"/>
                <a:cs typeface="Arial MT"/>
              </a:rPr>
              <a:t>dependencies</a:t>
            </a:r>
            <a:r>
              <a:rPr dirty="0" sz="2200" spc="254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80">
                <a:solidFill>
                  <a:srgbClr val="464646"/>
                </a:solidFill>
                <a:latin typeface="Arial MT"/>
                <a:cs typeface="Arial MT"/>
              </a:rPr>
              <a:t>and</a:t>
            </a:r>
            <a:r>
              <a:rPr dirty="0" sz="2200" spc="-3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60">
                <a:solidFill>
                  <a:srgbClr val="4B4B4B"/>
                </a:solidFill>
                <a:latin typeface="Arial MT"/>
                <a:cs typeface="Arial MT"/>
              </a:rPr>
              <a:t>test </a:t>
            </a:r>
            <a:r>
              <a:rPr dirty="0" sz="2200" spc="65">
                <a:solidFill>
                  <a:srgbClr val="444444"/>
                </a:solidFill>
                <a:latin typeface="Arial MT"/>
                <a:cs typeface="Arial MT"/>
              </a:rPr>
              <a:t>execution</a:t>
            </a:r>
            <a:r>
              <a:rPr dirty="0" sz="2200" spc="21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45">
                <a:solidFill>
                  <a:srgbClr val="3D3D3D"/>
                </a:solidFill>
                <a:latin typeface="Arial MT"/>
                <a:cs typeface="Arial MT"/>
              </a:rPr>
              <a:t>lifecycle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3198" y="3040757"/>
            <a:ext cx="469095" cy="77066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1049" y="758658"/>
            <a:ext cx="7424420" cy="101028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450">
                <a:solidFill>
                  <a:srgbClr val="313131"/>
                </a:solidFill>
              </a:rPr>
              <a:t>System</a:t>
            </a:r>
            <a:r>
              <a:rPr dirty="0" sz="6450" spc="-204">
                <a:solidFill>
                  <a:srgbClr val="313131"/>
                </a:solidFill>
              </a:rPr>
              <a:t> </a:t>
            </a:r>
            <a:r>
              <a:rPr dirty="0" sz="6450" spc="40">
                <a:solidFill>
                  <a:srgbClr val="1F1F1F"/>
                </a:solidFill>
              </a:rPr>
              <a:t>Architecture</a:t>
            </a:r>
            <a:endParaRPr sz="6450"/>
          </a:p>
        </p:txBody>
      </p:sp>
      <p:sp>
        <p:nvSpPr>
          <p:cNvPr id="4" name="object 4" descr=""/>
          <p:cNvSpPr txBox="1"/>
          <p:nvPr/>
        </p:nvSpPr>
        <p:spPr>
          <a:xfrm>
            <a:off x="2847641" y="2660877"/>
            <a:ext cx="8454390" cy="830643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20"/>
              </a:spcBef>
            </a:pPr>
            <a:r>
              <a:rPr dirty="0" sz="3000" spc="135">
                <a:solidFill>
                  <a:srgbClr val="424242"/>
                </a:solidFill>
                <a:latin typeface="Arial MT"/>
                <a:cs typeface="Arial MT"/>
              </a:rPr>
              <a:t>GitHub</a:t>
            </a:r>
            <a:r>
              <a:rPr dirty="0" sz="3000" spc="-8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3000" spc="90">
                <a:solidFill>
                  <a:srgbClr val="464646"/>
                </a:solidFill>
                <a:latin typeface="Arial MT"/>
                <a:cs typeface="Arial MT"/>
              </a:rPr>
              <a:t>Repository</a:t>
            </a:r>
            <a:endParaRPr sz="3000">
              <a:latin typeface="Arial MT"/>
              <a:cs typeface="Arial MT"/>
            </a:endParaRPr>
          </a:p>
          <a:p>
            <a:pPr marL="23495">
              <a:lnSpc>
                <a:spcPct val="100000"/>
              </a:lnSpc>
              <a:spcBef>
                <a:spcPts val="1850"/>
              </a:spcBef>
            </a:pPr>
            <a:r>
              <a:rPr dirty="0" sz="2300" spc="145">
                <a:solidFill>
                  <a:srgbClr val="414141"/>
                </a:solidFill>
                <a:latin typeface="Calibri"/>
                <a:cs typeface="Calibri"/>
              </a:rPr>
              <a:t>Source</a:t>
            </a:r>
            <a:r>
              <a:rPr dirty="0" sz="2300" spc="24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2300" spc="140">
                <a:solidFill>
                  <a:srgbClr val="444444"/>
                </a:solidFill>
                <a:latin typeface="Calibri"/>
                <a:cs typeface="Calibri"/>
              </a:rPr>
              <a:t>code</a:t>
            </a:r>
            <a:r>
              <a:rPr dirty="0" sz="2300" spc="13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300" spc="125">
                <a:solidFill>
                  <a:srgbClr val="3A3A3A"/>
                </a:solidFill>
                <a:latin typeface="Calibri"/>
                <a:cs typeface="Calibri"/>
              </a:rPr>
              <a:t>and</a:t>
            </a:r>
            <a:r>
              <a:rPr dirty="0" sz="2300" spc="10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300" spc="95">
                <a:solidFill>
                  <a:srgbClr val="3D3D3D"/>
                </a:solidFill>
                <a:latin typeface="Calibri"/>
                <a:cs typeface="Calibri"/>
              </a:rPr>
              <a:t>test</a:t>
            </a:r>
            <a:r>
              <a:rPr dirty="0" sz="2300" spc="12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300" spc="125">
                <a:solidFill>
                  <a:srgbClr val="444444"/>
                </a:solidFill>
                <a:latin typeface="Calibri"/>
                <a:cs typeface="Calibri"/>
              </a:rPr>
              <a:t>scripts</a:t>
            </a:r>
            <a:r>
              <a:rPr dirty="0" sz="2300" spc="229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300" spc="85">
                <a:solidFill>
                  <a:srgbClr val="363636"/>
                </a:solidFill>
                <a:latin typeface="Calibri"/>
                <a:cs typeface="Calibri"/>
              </a:rPr>
              <a:t>stored</a:t>
            </a:r>
            <a:r>
              <a:rPr dirty="0" sz="2300" spc="20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300" spc="75">
                <a:solidFill>
                  <a:srgbClr val="494949"/>
                </a:solidFill>
                <a:latin typeface="Calibri"/>
                <a:cs typeface="Calibri"/>
              </a:rPr>
              <a:t>in</a:t>
            </a:r>
            <a:r>
              <a:rPr dirty="0" sz="2300" spc="6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300" spc="110">
                <a:solidFill>
                  <a:srgbClr val="484848"/>
                </a:solidFill>
                <a:latin typeface="Calibri"/>
                <a:cs typeface="Calibri"/>
              </a:rPr>
              <a:t>version</a:t>
            </a:r>
            <a:r>
              <a:rPr dirty="0" sz="2300" spc="17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300" spc="80">
                <a:solidFill>
                  <a:srgbClr val="444444"/>
                </a:solidFill>
                <a:latin typeface="Calibri"/>
                <a:cs typeface="Calibri"/>
              </a:rPr>
              <a:t>control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230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dirty="0" sz="3000">
                <a:solidFill>
                  <a:srgbClr val="4D4D4D"/>
                </a:solidFill>
                <a:latin typeface="Arial MT"/>
                <a:cs typeface="Arial MT"/>
              </a:rPr>
              <a:t>Jenkins</a:t>
            </a:r>
            <a:r>
              <a:rPr dirty="0" sz="3000" spc="33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3000" spc="60">
                <a:solidFill>
                  <a:srgbClr val="4D4D4D"/>
                </a:solidFill>
                <a:latin typeface="Arial MT"/>
                <a:cs typeface="Arial MT"/>
              </a:rPr>
              <a:t>Pipeline</a:t>
            </a:r>
            <a:endParaRPr sz="30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945"/>
              </a:spcBef>
            </a:pPr>
            <a:r>
              <a:rPr dirty="0" sz="2200" spc="90">
                <a:solidFill>
                  <a:srgbClr val="3D3D3D"/>
                </a:solidFill>
                <a:latin typeface="Arial MT"/>
                <a:cs typeface="Arial MT"/>
              </a:rPr>
              <a:t>Automated</a:t>
            </a:r>
            <a:r>
              <a:rPr dirty="0" sz="2200" spc="20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110">
                <a:solidFill>
                  <a:srgbClr val="444444"/>
                </a:solidFill>
                <a:latin typeface="Arial MT"/>
                <a:cs typeface="Arial MT"/>
              </a:rPr>
              <a:t>workflow</a:t>
            </a:r>
            <a:r>
              <a:rPr dirty="0" sz="2200" spc="1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100">
                <a:solidFill>
                  <a:srgbClr val="444444"/>
                </a:solidFill>
                <a:latin typeface="Arial MT"/>
                <a:cs typeface="Arial MT"/>
              </a:rPr>
              <a:t>triggers</a:t>
            </a:r>
            <a:r>
              <a:rPr dirty="0" sz="2200" spc="114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55">
                <a:solidFill>
                  <a:srgbClr val="4B4B4B"/>
                </a:solidFill>
                <a:latin typeface="Arial MT"/>
                <a:cs typeface="Arial MT"/>
              </a:rPr>
              <a:t>and</a:t>
            </a:r>
            <a:r>
              <a:rPr dirty="0" sz="2200" spc="13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70">
                <a:solidFill>
                  <a:srgbClr val="424242"/>
                </a:solidFill>
                <a:latin typeface="Arial MT"/>
                <a:cs typeface="Arial MT"/>
              </a:rPr>
              <a:t>orchestrates</a:t>
            </a:r>
            <a:r>
              <a:rPr dirty="0" sz="2200" spc="22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85">
                <a:solidFill>
                  <a:srgbClr val="424242"/>
                </a:solidFill>
                <a:latin typeface="Arial MT"/>
                <a:cs typeface="Arial MT"/>
              </a:rPr>
              <a:t>testing</a:t>
            </a:r>
            <a:r>
              <a:rPr dirty="0" sz="2200" spc="15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55">
                <a:solidFill>
                  <a:srgbClr val="3D3D3D"/>
                </a:solidFill>
                <a:latin typeface="Arial MT"/>
                <a:cs typeface="Arial MT"/>
              </a:rPr>
              <a:t>process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3000" spc="90">
                <a:solidFill>
                  <a:srgbClr val="4F4F4F"/>
                </a:solidFill>
                <a:latin typeface="Arial MT"/>
                <a:cs typeface="Arial MT"/>
              </a:rPr>
              <a:t>Docker</a:t>
            </a:r>
            <a:r>
              <a:rPr dirty="0" sz="3000" spc="2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3000" spc="90">
                <a:solidFill>
                  <a:srgbClr val="494949"/>
                </a:solidFill>
                <a:latin typeface="Arial MT"/>
                <a:cs typeface="Arial MT"/>
              </a:rPr>
              <a:t>Selenium</a:t>
            </a:r>
            <a:r>
              <a:rPr dirty="0" sz="3000" spc="-1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3000" spc="100">
                <a:solidFill>
                  <a:srgbClr val="50566E"/>
                </a:solidFill>
                <a:latin typeface="Arial MT"/>
                <a:cs typeface="Arial MT"/>
              </a:rPr>
              <a:t>Grid</a:t>
            </a:r>
            <a:endParaRPr sz="30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850"/>
              </a:spcBef>
            </a:pPr>
            <a:r>
              <a:rPr dirty="0" sz="2300" spc="145">
                <a:solidFill>
                  <a:srgbClr val="484848"/>
                </a:solidFill>
                <a:latin typeface="Calibri"/>
                <a:cs typeface="Calibri"/>
              </a:rPr>
              <a:t>Dynamic</a:t>
            </a:r>
            <a:r>
              <a:rPr dirty="0" sz="2300" spc="13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300" spc="105">
                <a:solidFill>
                  <a:srgbClr val="3F3F3F"/>
                </a:solidFill>
                <a:latin typeface="Calibri"/>
                <a:cs typeface="Calibri"/>
              </a:rPr>
              <a:t>container</a:t>
            </a:r>
            <a:r>
              <a:rPr dirty="0" sz="2300" spc="27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300" spc="114">
                <a:solidFill>
                  <a:srgbClr val="3B3B3B"/>
                </a:solidFill>
                <a:latin typeface="Calibri"/>
                <a:cs typeface="Calibri"/>
              </a:rPr>
              <a:t>infrastructure</a:t>
            </a:r>
            <a:r>
              <a:rPr dirty="0" sz="2300" spc="-4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300" spc="85">
                <a:solidFill>
                  <a:srgbClr val="464646"/>
                </a:solidFill>
                <a:latin typeface="Calibri"/>
                <a:cs typeface="Calibri"/>
              </a:rPr>
              <a:t>for</a:t>
            </a:r>
            <a:r>
              <a:rPr dirty="0" sz="2300" spc="17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300" spc="70">
                <a:solidFill>
                  <a:srgbClr val="464646"/>
                </a:solidFill>
                <a:latin typeface="Calibri"/>
                <a:cs typeface="Calibri"/>
              </a:rPr>
              <a:t>parallel</a:t>
            </a:r>
            <a:r>
              <a:rPr dirty="0" sz="2300" spc="20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300" spc="95">
                <a:solidFill>
                  <a:srgbClr val="383838"/>
                </a:solidFill>
                <a:latin typeface="Calibri"/>
                <a:cs typeface="Calibri"/>
              </a:rPr>
              <a:t>test</a:t>
            </a:r>
            <a:r>
              <a:rPr dirty="0" sz="2300" spc="10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300" spc="95">
                <a:solidFill>
                  <a:srgbClr val="343434"/>
                </a:solidFill>
                <a:latin typeface="Calibri"/>
                <a:cs typeface="Calibri"/>
              </a:rPr>
              <a:t>execution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3000" spc="80">
                <a:solidFill>
                  <a:srgbClr val="3D3D3D"/>
                </a:solidFill>
                <a:latin typeface="Arial MT"/>
                <a:cs typeface="Arial MT"/>
              </a:rPr>
              <a:t>Parallel</a:t>
            </a:r>
            <a:r>
              <a:rPr dirty="0" sz="3000" spc="-6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4B4B4B"/>
                </a:solidFill>
                <a:latin typeface="Arial MT"/>
                <a:cs typeface="Arial MT"/>
              </a:rPr>
              <a:t>Tests</a:t>
            </a:r>
            <a:endParaRPr sz="3000">
              <a:latin typeface="Arial MT"/>
              <a:cs typeface="Arial MT"/>
            </a:endParaRPr>
          </a:p>
          <a:p>
            <a:pPr marL="22860">
              <a:lnSpc>
                <a:spcPct val="100000"/>
              </a:lnSpc>
              <a:spcBef>
                <a:spcPts val="1780"/>
              </a:spcBef>
            </a:pPr>
            <a:r>
              <a:rPr dirty="0" sz="2300" spc="120">
                <a:solidFill>
                  <a:srgbClr val="3D3D3D"/>
                </a:solidFill>
                <a:latin typeface="Calibri"/>
                <a:cs typeface="Calibri"/>
              </a:rPr>
              <a:t>TestNG</a:t>
            </a:r>
            <a:r>
              <a:rPr dirty="0" sz="2300" spc="17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300" spc="120">
                <a:solidFill>
                  <a:srgbClr val="3B3B3B"/>
                </a:solidFill>
                <a:latin typeface="Calibri"/>
                <a:cs typeface="Calibri"/>
              </a:rPr>
              <a:t>executes</a:t>
            </a:r>
            <a:r>
              <a:rPr dirty="0" sz="2300" spc="18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300" spc="90">
                <a:solidFill>
                  <a:srgbClr val="494949"/>
                </a:solidFill>
                <a:latin typeface="Calibri"/>
                <a:cs typeface="Calibri"/>
              </a:rPr>
              <a:t>multiple</a:t>
            </a:r>
            <a:r>
              <a:rPr dirty="0" sz="2300" spc="15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300" spc="95">
                <a:solidFill>
                  <a:srgbClr val="424242"/>
                </a:solidFill>
                <a:latin typeface="Calibri"/>
                <a:cs typeface="Calibri"/>
              </a:rPr>
              <a:t>test</a:t>
            </a:r>
            <a:r>
              <a:rPr dirty="0" sz="2300" spc="12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300" spc="120">
                <a:solidFill>
                  <a:srgbClr val="3D3D3D"/>
                </a:solidFill>
                <a:latin typeface="Calibri"/>
                <a:cs typeface="Calibri"/>
              </a:rPr>
              <a:t>suites</a:t>
            </a:r>
            <a:r>
              <a:rPr dirty="0" sz="2300" spc="16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300" spc="114">
                <a:solidFill>
                  <a:srgbClr val="3D3D3D"/>
                </a:solidFill>
                <a:latin typeface="Calibri"/>
                <a:cs typeface="Calibri"/>
              </a:rPr>
              <a:t>simultaneously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230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</a:pPr>
            <a:r>
              <a:rPr dirty="0" sz="3150" spc="-20">
                <a:solidFill>
                  <a:srgbClr val="494949"/>
                </a:solidFill>
                <a:latin typeface="Arial MT"/>
                <a:cs typeface="Arial MT"/>
              </a:rPr>
              <a:t>JUnit</a:t>
            </a:r>
            <a:r>
              <a:rPr dirty="0" sz="3150" spc="-17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3150" spc="-10">
                <a:solidFill>
                  <a:srgbClr val="424242"/>
                </a:solidFill>
                <a:latin typeface="Arial MT"/>
                <a:cs typeface="Arial MT"/>
              </a:rPr>
              <a:t>Reports</a:t>
            </a:r>
            <a:endParaRPr sz="31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920"/>
              </a:spcBef>
            </a:pPr>
            <a:r>
              <a:rPr dirty="0" sz="2200" spc="90">
                <a:solidFill>
                  <a:srgbClr val="3D3D3D"/>
                </a:solidFill>
                <a:latin typeface="Arial MT"/>
                <a:cs typeface="Arial MT"/>
              </a:rPr>
              <a:t>Automated</a:t>
            </a:r>
            <a:r>
              <a:rPr dirty="0" sz="2200" spc="16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85">
                <a:solidFill>
                  <a:srgbClr val="424242"/>
                </a:solidFill>
                <a:latin typeface="Arial MT"/>
                <a:cs typeface="Arial MT"/>
              </a:rPr>
              <a:t>test</a:t>
            </a:r>
            <a:r>
              <a:rPr dirty="0" sz="2200" spc="18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65">
                <a:solidFill>
                  <a:srgbClr val="3D3D3D"/>
                </a:solidFill>
                <a:latin typeface="Arial MT"/>
                <a:cs typeface="Arial MT"/>
              </a:rPr>
              <a:t>result</a:t>
            </a:r>
            <a:r>
              <a:rPr dirty="0" sz="2200" spc="15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75">
                <a:solidFill>
                  <a:srgbClr val="424242"/>
                </a:solidFill>
                <a:latin typeface="Arial MT"/>
                <a:cs typeface="Arial MT"/>
              </a:rPr>
              <a:t>generation</a:t>
            </a:r>
            <a:r>
              <a:rPr dirty="0" sz="2200" spc="14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80">
                <a:solidFill>
                  <a:srgbClr val="414141"/>
                </a:solidFill>
                <a:latin typeface="Arial MT"/>
                <a:cs typeface="Arial MT"/>
              </a:rPr>
              <a:t>and</a:t>
            </a:r>
            <a:r>
              <a:rPr dirty="0" sz="2200" spc="5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3B3B3B"/>
                </a:solidFill>
                <a:latin typeface="Arial MT"/>
                <a:cs typeface="Arial MT"/>
              </a:rPr>
              <a:t>analysis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224" y="3970564"/>
            <a:ext cx="251301" cy="35182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218" y="2370611"/>
            <a:ext cx="460718" cy="57799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3198" y="2513015"/>
            <a:ext cx="385328" cy="42721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03074" y="2513015"/>
            <a:ext cx="385328" cy="43558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47039" y="2513015"/>
            <a:ext cx="385328" cy="42721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00422" y="2521392"/>
            <a:ext cx="385328" cy="42721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77895" y="2513015"/>
            <a:ext cx="645006" cy="42721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49072" y="2370611"/>
            <a:ext cx="561239" cy="577993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94079" y="2378987"/>
            <a:ext cx="402082" cy="56124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63175" y="2370611"/>
            <a:ext cx="402082" cy="577993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83051" y="2370611"/>
            <a:ext cx="527732" cy="56961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681441" y="2370611"/>
            <a:ext cx="385328" cy="569616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775618" y="2521392"/>
            <a:ext cx="393705" cy="427212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565059" y="2094178"/>
            <a:ext cx="7539038" cy="8669903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51550" y="2070311"/>
            <a:ext cx="1323340" cy="104457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09345" algn="l"/>
              </a:tabLst>
            </a:pPr>
            <a:r>
              <a:rPr dirty="0" sz="6650">
                <a:solidFill>
                  <a:srgbClr val="363636"/>
                </a:solidFill>
                <a:latin typeface="Calibri"/>
                <a:cs typeface="Calibri"/>
              </a:rPr>
              <a:t>I	</a:t>
            </a:r>
            <a:r>
              <a:rPr dirty="0" sz="6650" spc="-50">
                <a:solidFill>
                  <a:srgbClr val="383838"/>
                </a:solidFill>
                <a:latin typeface="Calibri"/>
                <a:cs typeface="Calibri"/>
              </a:rPr>
              <a:t>i</a:t>
            </a:r>
            <a:endParaRPr sz="665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893310" y="2070311"/>
            <a:ext cx="4041140" cy="10445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201420" algn="l"/>
                <a:tab pos="3296285" algn="l"/>
              </a:tabLst>
            </a:pPr>
            <a:r>
              <a:rPr dirty="0" sz="6650" spc="45">
                <a:solidFill>
                  <a:srgbClr val="333333"/>
                </a:solidFill>
                <a:latin typeface="Calibri"/>
                <a:cs typeface="Calibri"/>
              </a:rPr>
              <a:t>rc</a:t>
            </a:r>
            <a:r>
              <a:rPr dirty="0" sz="665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dirty="0" sz="6650" spc="100">
                <a:solidFill>
                  <a:srgbClr val="313131"/>
                </a:solidFill>
                <a:latin typeface="Calibri"/>
                <a:cs typeface="Calibri"/>
              </a:rPr>
              <a:t>itect</a:t>
            </a:r>
            <a:r>
              <a:rPr dirty="0" sz="6650">
                <a:solidFill>
                  <a:srgbClr val="313131"/>
                </a:solidFill>
                <a:latin typeface="Calibri"/>
                <a:cs typeface="Calibri"/>
              </a:rPr>
              <a:t>	</a:t>
            </a:r>
            <a:r>
              <a:rPr dirty="0" sz="6650" spc="25">
                <a:solidFill>
                  <a:srgbClr val="363636"/>
                </a:solidFill>
                <a:latin typeface="Calibri"/>
                <a:cs typeface="Calibri"/>
              </a:rPr>
              <a:t>re</a:t>
            </a:r>
            <a:endParaRPr sz="66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37366" y="3807083"/>
            <a:ext cx="2202180" cy="6089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28065" algn="l"/>
              </a:tabLst>
            </a:pPr>
            <a:r>
              <a:rPr dirty="0" sz="3800" spc="65">
                <a:solidFill>
                  <a:srgbClr val="3A3A3A"/>
                </a:solidFill>
                <a:latin typeface="Arial MT"/>
                <a:cs typeface="Arial MT"/>
              </a:rPr>
              <a:t>Hu</a:t>
            </a:r>
            <a:r>
              <a:rPr dirty="0" sz="3800">
                <a:solidFill>
                  <a:srgbClr val="3A3A3A"/>
                </a:solidFill>
                <a:latin typeface="Arial MT"/>
                <a:cs typeface="Arial MT"/>
              </a:rPr>
              <a:t>	</a:t>
            </a:r>
            <a:r>
              <a:rPr dirty="0" sz="3800" spc="-20">
                <a:solidFill>
                  <a:srgbClr val="2A2A2A"/>
                </a:solidFill>
                <a:latin typeface="Arial MT"/>
                <a:cs typeface="Arial MT"/>
              </a:rPr>
              <a:t>Node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650055" y="3807083"/>
            <a:ext cx="4810125" cy="27768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25"/>
              </a:spcBef>
            </a:pPr>
            <a:r>
              <a:rPr dirty="0" sz="3800" spc="-20">
                <a:solidFill>
                  <a:srgbClr val="2A2A2A"/>
                </a:solidFill>
                <a:latin typeface="Arial MT"/>
                <a:cs typeface="Arial MT"/>
              </a:rPr>
              <a:t>Browser</a:t>
            </a:r>
            <a:r>
              <a:rPr dirty="0" sz="3800" spc="-18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3800" spc="-20">
                <a:solidFill>
                  <a:srgbClr val="333333"/>
                </a:solidFill>
                <a:latin typeface="Arial MT"/>
                <a:cs typeface="Arial MT"/>
              </a:rPr>
              <a:t>Nodes</a:t>
            </a:r>
            <a:endParaRPr sz="3800">
              <a:latin typeface="Arial MT"/>
              <a:cs typeface="Arial MT"/>
            </a:endParaRPr>
          </a:p>
          <a:p>
            <a:pPr marL="12700" marR="5080" indent="8255">
              <a:lnSpc>
                <a:spcPct val="139700"/>
              </a:lnSpc>
              <a:spcBef>
                <a:spcPts val="1985"/>
              </a:spcBef>
            </a:pPr>
            <a:r>
              <a:rPr dirty="0" sz="2250" spc="80">
                <a:solidFill>
                  <a:srgbClr val="464646"/>
                </a:solidFill>
                <a:latin typeface="Arial MT"/>
                <a:cs typeface="Arial MT"/>
              </a:rPr>
              <a:t>Multiple</a:t>
            </a:r>
            <a:r>
              <a:rPr dirty="0" sz="2250" spc="14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64646"/>
                </a:solidFill>
                <a:latin typeface="Arial MT"/>
                <a:cs typeface="Arial MT"/>
              </a:rPr>
              <a:t>Docker</a:t>
            </a:r>
            <a:r>
              <a:rPr dirty="0" sz="2250" spc="254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444444"/>
                </a:solidFill>
                <a:latin typeface="Arial MT"/>
                <a:cs typeface="Arial MT"/>
              </a:rPr>
              <a:t>containers</a:t>
            </a:r>
            <a:r>
              <a:rPr dirty="0" sz="2250" spc="24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4D4D4D"/>
                </a:solidFill>
                <a:latin typeface="Arial MT"/>
                <a:cs typeface="Arial MT"/>
              </a:rPr>
              <a:t>run </a:t>
            </a:r>
            <a:r>
              <a:rPr dirty="0" sz="2250">
                <a:solidFill>
                  <a:srgbClr val="444444"/>
                </a:solidFill>
                <a:latin typeface="Arial MT"/>
                <a:cs typeface="Arial MT"/>
              </a:rPr>
              <a:t>Chrome</a:t>
            </a:r>
            <a:r>
              <a:rPr dirty="0" sz="2250" spc="4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44444"/>
                </a:solidFill>
                <a:latin typeface="Arial MT"/>
                <a:cs typeface="Arial MT"/>
              </a:rPr>
              <a:t>browser</a:t>
            </a:r>
            <a:r>
              <a:rPr dirty="0" sz="2250" spc="47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3D3D3D"/>
                </a:solidFill>
                <a:latin typeface="Arial MT"/>
                <a:cs typeface="Arial MT"/>
              </a:rPr>
              <a:t>instances,</a:t>
            </a:r>
            <a:r>
              <a:rPr dirty="0" sz="2250" spc="34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50" spc="-20">
                <a:solidFill>
                  <a:srgbClr val="494949"/>
                </a:solidFill>
                <a:latin typeface="Arial MT"/>
                <a:cs typeface="Arial MT"/>
              </a:rPr>
              <a:t>each </a:t>
            </a:r>
            <a:r>
              <a:rPr dirty="0" sz="2250">
                <a:solidFill>
                  <a:srgbClr val="494949"/>
                </a:solidFill>
                <a:latin typeface="Arial MT"/>
                <a:cs typeface="Arial MT"/>
              </a:rPr>
              <a:t>registered</a:t>
            </a:r>
            <a:r>
              <a:rPr dirty="0" sz="2250" spc="229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 spc="114">
                <a:solidFill>
                  <a:srgbClr val="4D4D4D"/>
                </a:solidFill>
                <a:latin typeface="Arial MT"/>
                <a:cs typeface="Arial MT"/>
              </a:rPr>
              <a:t>with</a:t>
            </a:r>
            <a:r>
              <a:rPr dirty="0" sz="2250" spc="10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50" spc="100">
                <a:solidFill>
                  <a:srgbClr val="4F4F4F"/>
                </a:solidFill>
                <a:latin typeface="Arial MT"/>
                <a:cs typeface="Arial MT"/>
              </a:rPr>
              <a:t>the</a:t>
            </a:r>
            <a:r>
              <a:rPr dirty="0" sz="2250" spc="5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4F4F4F"/>
                </a:solidFill>
                <a:latin typeface="Arial MT"/>
                <a:cs typeface="Arial MT"/>
              </a:rPr>
              <a:t>Hub</a:t>
            </a:r>
            <a:r>
              <a:rPr dirty="0" sz="2250" spc="5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D4D4D"/>
                </a:solidFill>
                <a:latin typeface="Arial MT"/>
                <a:cs typeface="Arial MT"/>
              </a:rPr>
              <a:t>as</a:t>
            </a:r>
            <a:r>
              <a:rPr dirty="0" sz="2250" spc="12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464646"/>
                </a:solidFill>
                <a:latin typeface="Arial MT"/>
                <a:cs typeface="Arial MT"/>
              </a:rPr>
              <a:t>available </a:t>
            </a:r>
            <a:r>
              <a:rPr dirty="0" sz="2250" spc="85">
                <a:solidFill>
                  <a:srgbClr val="4D4D4D"/>
                </a:solidFill>
                <a:latin typeface="Arial MT"/>
                <a:cs typeface="Arial MT"/>
              </a:rPr>
              <a:t>test</a:t>
            </a:r>
            <a:r>
              <a:rPr dirty="0" sz="2250" spc="19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24242"/>
                </a:solidFill>
                <a:latin typeface="Arial MT"/>
                <a:cs typeface="Arial MT"/>
              </a:rPr>
              <a:t>execution</a:t>
            </a:r>
            <a:r>
              <a:rPr dirty="0" sz="2250" spc="39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35">
                <a:solidFill>
                  <a:srgbClr val="444444"/>
                </a:solidFill>
                <a:latin typeface="Arial MT"/>
                <a:cs typeface="Arial MT"/>
              </a:rPr>
              <a:t>environments.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35959" y="4656763"/>
            <a:ext cx="4573270" cy="242633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24765" marR="21590" indent="-12700">
              <a:lnSpc>
                <a:spcPct val="138600"/>
              </a:lnSpc>
              <a:spcBef>
                <a:spcPts val="10"/>
              </a:spcBef>
            </a:pPr>
            <a:r>
              <a:rPr dirty="0" sz="225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dirty="0" sz="2250" spc="10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383838"/>
                </a:solidFill>
                <a:latin typeface="Arial MT"/>
                <a:cs typeface="Arial MT"/>
              </a:rPr>
              <a:t>Selenium</a:t>
            </a:r>
            <a:r>
              <a:rPr dirty="0" sz="2250" spc="3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4B4B4B"/>
                </a:solidFill>
                <a:latin typeface="Arial MT"/>
                <a:cs typeface="Arial MT"/>
              </a:rPr>
              <a:t>Hub</a:t>
            </a:r>
            <a:r>
              <a:rPr dirty="0" sz="2250" spc="1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44444"/>
                </a:solidFill>
                <a:latin typeface="Arial MT"/>
                <a:cs typeface="Arial MT"/>
              </a:rPr>
              <a:t>acts</a:t>
            </a:r>
            <a:r>
              <a:rPr dirty="0" sz="2250" spc="1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14141"/>
                </a:solidFill>
                <a:latin typeface="Arial MT"/>
                <a:cs typeface="Arial MT"/>
              </a:rPr>
              <a:t>as</a:t>
            </a:r>
            <a:r>
              <a:rPr dirty="0" sz="2250" spc="5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50" spc="70">
                <a:solidFill>
                  <a:srgbClr val="484848"/>
                </a:solidFill>
                <a:latin typeface="Arial MT"/>
                <a:cs typeface="Arial MT"/>
              </a:rPr>
              <a:t>the </a:t>
            </a:r>
            <a:r>
              <a:rPr dirty="0" sz="2250" spc="60">
                <a:solidFill>
                  <a:srgbClr val="3B3B3B"/>
                </a:solidFill>
                <a:latin typeface="Arial MT"/>
                <a:cs typeface="Arial MT"/>
              </a:rPr>
              <a:t>central</a:t>
            </a:r>
            <a:r>
              <a:rPr dirty="0" sz="2250" spc="4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250" spc="50">
                <a:solidFill>
                  <a:srgbClr val="424242"/>
                </a:solidFill>
                <a:latin typeface="Arial MT"/>
                <a:cs typeface="Arial MT"/>
              </a:rPr>
              <a:t>coordinator,</a:t>
            </a:r>
            <a:r>
              <a:rPr dirty="0" sz="2250" spc="14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3B3B3B"/>
                </a:solidFill>
                <a:latin typeface="Arial MT"/>
                <a:cs typeface="Arial MT"/>
              </a:rPr>
              <a:t>receiving</a:t>
            </a:r>
            <a:r>
              <a:rPr dirty="0" sz="2250" spc="13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250" spc="45">
                <a:solidFill>
                  <a:srgbClr val="424242"/>
                </a:solidFill>
                <a:latin typeface="Arial MT"/>
                <a:cs typeface="Arial MT"/>
              </a:rPr>
              <a:t>test </a:t>
            </a:r>
            <a:r>
              <a:rPr dirty="0" sz="2250">
                <a:solidFill>
                  <a:srgbClr val="494949"/>
                </a:solidFill>
                <a:latin typeface="Arial MT"/>
                <a:cs typeface="Arial MT"/>
              </a:rPr>
              <a:t>requests</a:t>
            </a:r>
            <a:r>
              <a:rPr dirty="0" sz="2250" spc="23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575757"/>
                </a:solidFill>
                <a:latin typeface="Arial MT"/>
                <a:cs typeface="Arial MT"/>
              </a:rPr>
              <a:t>and</a:t>
            </a:r>
            <a:r>
              <a:rPr dirty="0" sz="2250" spc="114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2250" spc="95">
                <a:solidFill>
                  <a:srgbClr val="3B3B3B"/>
                </a:solidFill>
                <a:latin typeface="Arial MT"/>
                <a:cs typeface="Arial MT"/>
              </a:rPr>
              <a:t>distributing</a:t>
            </a:r>
            <a:r>
              <a:rPr dirty="0" sz="2250" spc="17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250" spc="125">
                <a:solidFill>
                  <a:srgbClr val="4D4D4D"/>
                </a:solidFill>
                <a:latin typeface="Arial MT"/>
                <a:cs typeface="Arial MT"/>
              </a:rPr>
              <a:t>them</a:t>
            </a:r>
            <a:r>
              <a:rPr dirty="0" sz="2250" spc="7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4B4B4B"/>
                </a:solidFill>
                <a:latin typeface="Arial MT"/>
                <a:cs typeface="Arial MT"/>
              </a:rPr>
              <a:t>to</a:t>
            </a:r>
            <a:endParaRPr sz="22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125"/>
              </a:spcBef>
            </a:pPr>
            <a:r>
              <a:rPr dirty="0" sz="2250">
                <a:solidFill>
                  <a:srgbClr val="484848"/>
                </a:solidFill>
                <a:latin typeface="Arial MT"/>
                <a:cs typeface="Arial MT"/>
              </a:rPr>
              <a:t>available</a:t>
            </a:r>
            <a:r>
              <a:rPr dirty="0" sz="2250" spc="37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44444"/>
                </a:solidFill>
                <a:latin typeface="Arial MT"/>
                <a:cs typeface="Arial MT"/>
              </a:rPr>
              <a:t>browser</a:t>
            </a:r>
            <a:r>
              <a:rPr dirty="0" sz="2250" spc="3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B4B4B"/>
                </a:solidFill>
                <a:latin typeface="Arial MT"/>
                <a:cs typeface="Arial MT"/>
              </a:rPr>
              <a:t>nodes</a:t>
            </a:r>
            <a:r>
              <a:rPr dirty="0" sz="2250" spc="17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64646"/>
                </a:solidFill>
                <a:latin typeface="Arial MT"/>
                <a:cs typeface="Arial MT"/>
              </a:rPr>
              <a:t>based</a:t>
            </a:r>
            <a:r>
              <a:rPr dirty="0" sz="2250" spc="25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 spc="70">
                <a:solidFill>
                  <a:srgbClr val="545454"/>
                </a:solidFill>
                <a:latin typeface="Arial MT"/>
                <a:cs typeface="Arial MT"/>
              </a:rPr>
              <a:t>on</a:t>
            </a:r>
            <a:endParaRPr sz="225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810"/>
              </a:spcBef>
            </a:pPr>
            <a:r>
              <a:rPr dirty="0" sz="2600">
                <a:solidFill>
                  <a:srgbClr val="444444"/>
                </a:solidFill>
                <a:latin typeface="Calibri"/>
                <a:cs typeface="Calibri"/>
              </a:rPr>
              <a:t>capabilities</a:t>
            </a:r>
            <a:r>
              <a:rPr dirty="0" sz="2600" spc="1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94949"/>
                </a:solidFill>
                <a:latin typeface="Calibri"/>
                <a:cs typeface="Calibri"/>
              </a:rPr>
              <a:t>and</a:t>
            </a:r>
            <a:r>
              <a:rPr dirty="0" sz="2600" spc="-114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3F3F3F"/>
                </a:solidFill>
                <a:latin typeface="Calibri"/>
                <a:cs typeface="Calibri"/>
              </a:rPr>
              <a:t>availability.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652149" y="6765997"/>
            <a:ext cx="4742180" cy="154368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-635">
              <a:lnSpc>
                <a:spcPct val="137700"/>
              </a:lnSpc>
              <a:spcBef>
                <a:spcPts val="165"/>
              </a:spcBef>
            </a:pPr>
            <a:r>
              <a:rPr dirty="0" sz="2600">
                <a:solidFill>
                  <a:srgbClr val="505050"/>
                </a:solidFill>
                <a:latin typeface="Calibri"/>
                <a:cs typeface="Calibri"/>
              </a:rPr>
              <a:t>Nodes</a:t>
            </a:r>
            <a:r>
              <a:rPr dirty="0" sz="2600" spc="3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64646"/>
                </a:solidFill>
                <a:latin typeface="Calibri"/>
                <a:cs typeface="Calibri"/>
              </a:rPr>
              <a:t>execute</a:t>
            </a:r>
            <a:r>
              <a:rPr dirty="0" sz="2600" spc="1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24242"/>
                </a:solidFill>
                <a:latin typeface="Calibri"/>
                <a:cs typeface="Calibri"/>
              </a:rPr>
              <a:t>tests</a:t>
            </a:r>
            <a:r>
              <a:rPr dirty="0" sz="2600" spc="-2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24242"/>
                </a:solidFill>
                <a:latin typeface="Calibri"/>
                <a:cs typeface="Calibri"/>
              </a:rPr>
              <a:t>independently </a:t>
            </a:r>
            <a:r>
              <a:rPr dirty="0" sz="2250">
                <a:solidFill>
                  <a:srgbClr val="3F3F3F"/>
                </a:solidFill>
                <a:latin typeface="Arial MT"/>
                <a:cs typeface="Arial MT"/>
              </a:rPr>
              <a:t>and</a:t>
            </a:r>
            <a:r>
              <a:rPr dirty="0" sz="2250" spc="1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50" spc="80">
                <a:solidFill>
                  <a:srgbClr val="3F3F3F"/>
                </a:solidFill>
                <a:latin typeface="Arial MT"/>
                <a:cs typeface="Arial MT"/>
              </a:rPr>
              <a:t>report</a:t>
            </a:r>
            <a:r>
              <a:rPr dirty="0" sz="2250" spc="1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424242"/>
                </a:solidFill>
                <a:latin typeface="Arial MT"/>
                <a:cs typeface="Arial MT"/>
              </a:rPr>
              <a:t>results</a:t>
            </a:r>
            <a:r>
              <a:rPr dirty="0" sz="2250" spc="16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F4F4F"/>
                </a:solidFill>
                <a:latin typeface="Arial MT"/>
                <a:cs typeface="Arial MT"/>
              </a:rPr>
              <a:t>back</a:t>
            </a:r>
            <a:r>
              <a:rPr dirty="0" sz="2250" spc="4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24242"/>
                </a:solidFill>
                <a:latin typeface="Arial MT"/>
                <a:cs typeface="Arial MT"/>
              </a:rPr>
              <a:t>to</a:t>
            </a:r>
            <a:r>
              <a:rPr dirty="0" sz="2250" spc="27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10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dirty="0" sz="2250" spc="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 spc="35">
                <a:solidFill>
                  <a:srgbClr val="444444"/>
                </a:solidFill>
                <a:latin typeface="Arial MT"/>
                <a:cs typeface="Arial MT"/>
              </a:rPr>
              <a:t>Hub </a:t>
            </a:r>
            <a:r>
              <a:rPr dirty="0" sz="2250" spc="85">
                <a:solidFill>
                  <a:srgbClr val="4F4F4F"/>
                </a:solidFill>
                <a:latin typeface="Arial MT"/>
                <a:cs typeface="Arial MT"/>
              </a:rPr>
              <a:t>for</a:t>
            </a:r>
            <a:r>
              <a:rPr dirty="0" sz="2250" spc="29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44444"/>
                </a:solidFill>
                <a:latin typeface="Arial MT"/>
                <a:cs typeface="Arial MT"/>
              </a:rPr>
              <a:t>aggregation</a:t>
            </a:r>
            <a:r>
              <a:rPr dirty="0" sz="2250" spc="53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D4D4D"/>
                </a:solidFill>
                <a:latin typeface="Arial MT"/>
                <a:cs typeface="Arial MT"/>
              </a:rPr>
              <a:t>and</a:t>
            </a:r>
            <a:r>
              <a:rPr dirty="0" sz="2250" spc="22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50" spc="70">
                <a:solidFill>
                  <a:srgbClr val="4D4D4D"/>
                </a:solidFill>
                <a:latin typeface="Arial MT"/>
                <a:cs typeface="Arial MT"/>
              </a:rPr>
              <a:t>reporting.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37660" y="7320559"/>
            <a:ext cx="4756785" cy="145796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 indent="2540">
              <a:lnSpc>
                <a:spcPct val="138600"/>
              </a:lnSpc>
              <a:spcBef>
                <a:spcPts val="140"/>
              </a:spcBef>
            </a:pPr>
            <a:r>
              <a:rPr dirty="0" sz="2250">
                <a:solidFill>
                  <a:srgbClr val="464646"/>
                </a:solidFill>
                <a:latin typeface="Arial MT"/>
                <a:cs typeface="Arial MT"/>
              </a:rPr>
              <a:t>It</a:t>
            </a:r>
            <a:r>
              <a:rPr dirty="0" sz="2250" spc="17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 spc="50">
                <a:solidFill>
                  <a:srgbClr val="444444"/>
                </a:solidFill>
                <a:latin typeface="Arial MT"/>
                <a:cs typeface="Arial MT"/>
              </a:rPr>
              <a:t>maintains</a:t>
            </a:r>
            <a:r>
              <a:rPr dirty="0" sz="2250" spc="19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565656"/>
                </a:solidFill>
                <a:latin typeface="Arial MT"/>
                <a:cs typeface="Arial MT"/>
              </a:rPr>
              <a:t>a</a:t>
            </a:r>
            <a:r>
              <a:rPr dirty="0" sz="2250" spc="7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3D3D3D"/>
                </a:solidFill>
                <a:latin typeface="Arial MT"/>
                <a:cs typeface="Arial MT"/>
              </a:rPr>
              <a:t>registry</a:t>
            </a:r>
            <a:r>
              <a:rPr dirty="0" sz="2250" spc="12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50" spc="50">
                <a:solidFill>
                  <a:srgbClr val="464646"/>
                </a:solidFill>
                <a:latin typeface="Arial MT"/>
                <a:cs typeface="Arial MT"/>
              </a:rPr>
              <a:t>of</a:t>
            </a:r>
            <a:r>
              <a:rPr dirty="0" sz="2250" spc="-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3D3D3D"/>
                </a:solidFill>
                <a:latin typeface="Arial MT"/>
                <a:cs typeface="Arial MT"/>
              </a:rPr>
              <a:t>available </a:t>
            </a:r>
            <a:r>
              <a:rPr dirty="0" sz="2250">
                <a:solidFill>
                  <a:srgbClr val="464646"/>
                </a:solidFill>
                <a:latin typeface="Arial MT"/>
                <a:cs typeface="Arial MT"/>
              </a:rPr>
              <a:t>nodes</a:t>
            </a:r>
            <a:r>
              <a:rPr dirty="0" sz="2250" spc="16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64646"/>
                </a:solidFill>
                <a:latin typeface="Arial MT"/>
                <a:cs typeface="Arial MT"/>
              </a:rPr>
              <a:t>and</a:t>
            </a:r>
            <a:r>
              <a:rPr dirty="0" sz="2250" spc="12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494949"/>
                </a:solidFill>
                <a:latin typeface="Arial MT"/>
                <a:cs typeface="Arial MT"/>
              </a:rPr>
              <a:t>routes</a:t>
            </a:r>
            <a:r>
              <a:rPr dirty="0" sz="2250" spc="16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4B4B4B"/>
                </a:solidFill>
                <a:latin typeface="Arial MT"/>
                <a:cs typeface="Arial MT"/>
              </a:rPr>
              <a:t>tests</a:t>
            </a:r>
            <a:r>
              <a:rPr dirty="0" sz="2250" spc="16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 spc="40">
                <a:solidFill>
                  <a:srgbClr val="484848"/>
                </a:solidFill>
                <a:latin typeface="Arial MT"/>
                <a:cs typeface="Arial MT"/>
              </a:rPr>
              <a:t>dynamically </a:t>
            </a:r>
            <a:r>
              <a:rPr dirty="0" sz="2250" spc="80">
                <a:solidFill>
                  <a:srgbClr val="4F4F4F"/>
                </a:solidFill>
                <a:latin typeface="Arial MT"/>
                <a:cs typeface="Arial MT"/>
              </a:rPr>
              <a:t>to</a:t>
            </a:r>
            <a:r>
              <a:rPr dirty="0" sz="2250" spc="22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494949"/>
                </a:solidFill>
                <a:latin typeface="Arial MT"/>
                <a:cs typeface="Arial MT"/>
              </a:rPr>
              <a:t>optimize</a:t>
            </a:r>
            <a:r>
              <a:rPr dirty="0" sz="2250" spc="24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B4B4B"/>
                </a:solidFill>
                <a:latin typeface="Arial MT"/>
                <a:cs typeface="Arial MT"/>
              </a:rPr>
              <a:t>resource</a:t>
            </a:r>
            <a:r>
              <a:rPr dirty="0" sz="2250" spc="29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 spc="50">
                <a:solidFill>
                  <a:srgbClr val="424242"/>
                </a:solidFill>
                <a:latin typeface="Arial MT"/>
                <a:cs typeface="Arial MT"/>
              </a:rPr>
              <a:t>utilization.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4909" y="5972600"/>
            <a:ext cx="745527" cy="27643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088" y="4657455"/>
            <a:ext cx="5813435" cy="90468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5332" y="4205112"/>
            <a:ext cx="5813435" cy="90468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41391" y="5067915"/>
            <a:ext cx="745527" cy="27643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43579" y="3752768"/>
            <a:ext cx="5813435" cy="90468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2218" y="2412495"/>
            <a:ext cx="251301" cy="56124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90533" y="2546522"/>
            <a:ext cx="385328" cy="42721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34499" y="2546522"/>
            <a:ext cx="393705" cy="42721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95217" y="2412495"/>
            <a:ext cx="569616" cy="56124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48601" y="2546522"/>
            <a:ext cx="385328" cy="42721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92566" y="2554898"/>
            <a:ext cx="343445" cy="41883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970559" y="2412495"/>
            <a:ext cx="443965" cy="56124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657449" y="2546522"/>
            <a:ext cx="418835" cy="54448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126545" y="2546522"/>
            <a:ext cx="393705" cy="435589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964216" y="2546522"/>
            <a:ext cx="393705" cy="43558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416558" y="2546522"/>
            <a:ext cx="393705" cy="435589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339386" y="5614259"/>
            <a:ext cx="4646930" cy="2276475"/>
          </a:xfrm>
          <a:prstGeom prst="rect">
            <a:avLst/>
          </a:prstGeom>
        </p:spPr>
        <p:txBody>
          <a:bodyPr wrap="square" lIns="0" tIns="25336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995"/>
              </a:spcBef>
            </a:pPr>
            <a:r>
              <a:rPr dirty="0" sz="3000" spc="70">
                <a:solidFill>
                  <a:srgbClr val="565656"/>
                </a:solidFill>
                <a:latin typeface="Arial MT"/>
                <a:cs typeface="Arial MT"/>
              </a:rPr>
              <a:t>Stoge</a:t>
            </a:r>
            <a:r>
              <a:rPr dirty="0" sz="3000" spc="-33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3000" spc="-215">
                <a:solidFill>
                  <a:srgbClr val="444444"/>
                </a:solidFill>
                <a:latin typeface="Arial MT"/>
                <a:cs typeface="Arial MT"/>
              </a:rPr>
              <a:t>1: </a:t>
            </a:r>
            <a:r>
              <a:rPr dirty="0" sz="3000" spc="145">
                <a:solidFill>
                  <a:srgbClr val="545454"/>
                </a:solidFill>
                <a:latin typeface="Arial MT"/>
                <a:cs typeface="Arial MT"/>
              </a:rPr>
              <a:t>Stort</a:t>
            </a:r>
            <a:endParaRPr sz="3000">
              <a:latin typeface="Arial MT"/>
              <a:cs typeface="Arial MT"/>
            </a:endParaRPr>
          </a:p>
          <a:p>
            <a:pPr marL="12700" marR="5080" indent="1905">
              <a:lnSpc>
                <a:spcPct val="132600"/>
              </a:lnSpc>
              <a:spcBef>
                <a:spcPts val="635"/>
              </a:spcBef>
            </a:pPr>
            <a:r>
              <a:rPr dirty="0" sz="2600">
                <a:solidFill>
                  <a:srgbClr val="484848"/>
                </a:solidFill>
                <a:latin typeface="Calibri"/>
                <a:cs typeface="Calibri"/>
              </a:rPr>
              <a:t>Execute</a:t>
            </a:r>
            <a:r>
              <a:rPr dirty="0" sz="2600" spc="20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64646"/>
                </a:solidFill>
                <a:latin typeface="Calibri"/>
                <a:cs typeface="Calibri"/>
              </a:rPr>
              <a:t>docker</a:t>
            </a:r>
            <a:r>
              <a:rPr dirty="0" sz="2600" spc="22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44444"/>
                </a:solidFill>
                <a:latin typeface="Calibri"/>
                <a:cs typeface="Calibri"/>
              </a:rPr>
              <a:t>compose</a:t>
            </a:r>
            <a:r>
              <a:rPr dirty="0" sz="2600" spc="32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600" spc="50">
                <a:solidFill>
                  <a:srgbClr val="494949"/>
                </a:solidFill>
                <a:latin typeface="Calibri"/>
                <a:cs typeface="Calibri"/>
              </a:rPr>
              <a:t>up</a:t>
            </a:r>
            <a:r>
              <a:rPr dirty="0" sz="2600" spc="18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F4F4F"/>
                </a:solidFill>
                <a:latin typeface="Calibri"/>
                <a:cs typeface="Calibri"/>
              </a:rPr>
              <a:t>to </a:t>
            </a:r>
            <a:r>
              <a:rPr dirty="0" sz="2350" spc="110">
                <a:solidFill>
                  <a:srgbClr val="313131"/>
                </a:solidFill>
                <a:latin typeface="Calibri"/>
                <a:cs typeface="Calibri"/>
              </a:rPr>
              <a:t>launch</a:t>
            </a:r>
            <a:r>
              <a:rPr dirty="0" sz="2350" spc="16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350" spc="125">
                <a:solidFill>
                  <a:srgbClr val="4B4B4B"/>
                </a:solidFill>
                <a:latin typeface="Calibri"/>
                <a:cs typeface="Calibri"/>
              </a:rPr>
              <a:t>Selenium</a:t>
            </a:r>
            <a:r>
              <a:rPr dirty="0" sz="2350" spc="145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350" spc="150">
                <a:solidFill>
                  <a:srgbClr val="4B4B4B"/>
                </a:solidFill>
                <a:latin typeface="Calibri"/>
                <a:cs typeface="Calibri"/>
              </a:rPr>
              <a:t>Hub</a:t>
            </a:r>
            <a:r>
              <a:rPr dirty="0" sz="2350" spc="4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2350" spc="114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dirty="0" sz="2350" spc="10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350" spc="120">
                <a:solidFill>
                  <a:srgbClr val="383838"/>
                </a:solidFill>
                <a:latin typeface="Calibri"/>
                <a:cs typeface="Calibri"/>
              </a:rPr>
              <a:t>Chrome </a:t>
            </a:r>
            <a:r>
              <a:rPr dirty="0" sz="2250" spc="160">
                <a:solidFill>
                  <a:srgbClr val="464646"/>
                </a:solidFill>
                <a:latin typeface="Calibri"/>
                <a:cs typeface="Calibri"/>
              </a:rPr>
              <a:t>node</a:t>
            </a:r>
            <a:r>
              <a:rPr dirty="0" sz="2250" spc="13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250" spc="114">
                <a:solidFill>
                  <a:srgbClr val="424242"/>
                </a:solidFill>
                <a:latin typeface="Calibri"/>
                <a:cs typeface="Calibri"/>
              </a:rPr>
              <a:t>containers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4408544" y="2166644"/>
            <a:ext cx="5939790" cy="9639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20140" algn="l"/>
                <a:tab pos="2584450" algn="l"/>
              </a:tabLst>
            </a:pPr>
            <a:r>
              <a:rPr dirty="0" spc="140">
                <a:solidFill>
                  <a:srgbClr val="3B3B3B"/>
                </a:solidFill>
              </a:rPr>
              <a:t>i</a:t>
            </a:r>
            <a:r>
              <a:rPr dirty="0">
                <a:solidFill>
                  <a:srgbClr val="3B3B3B"/>
                </a:solidFill>
              </a:rPr>
              <a:t>	</a:t>
            </a:r>
            <a:r>
              <a:rPr dirty="0" spc="160">
                <a:solidFill>
                  <a:srgbClr val="3B3B3B"/>
                </a:solidFill>
              </a:rPr>
              <a:t>li</a:t>
            </a:r>
            <a:r>
              <a:rPr dirty="0">
                <a:solidFill>
                  <a:srgbClr val="3B3B3B"/>
                </a:solidFill>
              </a:rPr>
              <a:t>	</a:t>
            </a:r>
            <a:r>
              <a:rPr dirty="0" spc="110">
                <a:solidFill>
                  <a:srgbClr val="343434"/>
                </a:solidFill>
              </a:rPr>
              <a:t>Workfiow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7435895" y="5404244"/>
            <a:ext cx="4543425" cy="2033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90"/>
              </a:spcBef>
            </a:pPr>
            <a:r>
              <a:rPr dirty="0" sz="3000" spc="70">
                <a:solidFill>
                  <a:srgbClr val="606274"/>
                </a:solidFill>
                <a:latin typeface="Arial MT"/>
                <a:cs typeface="Arial MT"/>
              </a:rPr>
              <a:t>Stoge</a:t>
            </a:r>
            <a:r>
              <a:rPr dirty="0" sz="3000" spc="-25">
                <a:solidFill>
                  <a:srgbClr val="606274"/>
                </a:solidFill>
                <a:latin typeface="Arial MT"/>
                <a:cs typeface="Arial MT"/>
              </a:rPr>
              <a:t> </a:t>
            </a:r>
            <a:r>
              <a:rPr dirty="0" sz="3000" spc="-15">
                <a:solidFill>
                  <a:srgbClr val="5B5B5B"/>
                </a:solidFill>
                <a:latin typeface="Arial MT"/>
                <a:cs typeface="Arial MT"/>
              </a:rPr>
              <a:t>2:</a:t>
            </a:r>
            <a:r>
              <a:rPr dirty="0" sz="3000" spc="-37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3000" spc="105">
                <a:solidFill>
                  <a:srgbClr val="525252"/>
                </a:solidFill>
                <a:latin typeface="Arial MT"/>
                <a:cs typeface="Arial MT"/>
              </a:rPr>
              <a:t>Run</a:t>
            </a:r>
            <a:r>
              <a:rPr dirty="0" sz="3000" spc="-19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4F4F4F"/>
                </a:solidFill>
                <a:latin typeface="Arial MT"/>
                <a:cs typeface="Arial MT"/>
              </a:rPr>
              <a:t>Tests</a:t>
            </a:r>
            <a:endParaRPr sz="3000">
              <a:latin typeface="Arial MT"/>
              <a:cs typeface="Arial MT"/>
            </a:endParaRPr>
          </a:p>
          <a:p>
            <a:pPr marL="12700" marR="5080" indent="7620">
              <a:lnSpc>
                <a:spcPct val="138000"/>
              </a:lnSpc>
              <a:spcBef>
                <a:spcPts val="825"/>
              </a:spcBef>
            </a:pPr>
            <a:r>
              <a:rPr dirty="0" sz="2350" spc="-10">
                <a:solidFill>
                  <a:srgbClr val="363636"/>
                </a:solidFill>
                <a:latin typeface="Arial MT"/>
                <a:cs typeface="Arial MT"/>
              </a:rPr>
              <a:t>Execute</a:t>
            </a:r>
            <a:r>
              <a:rPr dirty="0" sz="2350" spc="4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350" spc="85">
                <a:solidFill>
                  <a:srgbClr val="424242"/>
                </a:solidFill>
                <a:latin typeface="Arial MT"/>
                <a:cs typeface="Arial MT"/>
              </a:rPr>
              <a:t>mvn</a:t>
            </a:r>
            <a:r>
              <a:rPr dirty="0" sz="2350" spc="2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3A3A3A"/>
                </a:solidFill>
                <a:latin typeface="Arial MT"/>
                <a:cs typeface="Arial MT"/>
              </a:rPr>
              <a:t>clean</a:t>
            </a:r>
            <a:r>
              <a:rPr dirty="0" sz="2350" spc="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350" spc="70">
                <a:solidFill>
                  <a:srgbClr val="444444"/>
                </a:solidFill>
                <a:latin typeface="Arial MT"/>
                <a:cs typeface="Arial MT"/>
              </a:rPr>
              <a:t>test</a:t>
            </a:r>
            <a:r>
              <a:rPr dirty="0" sz="2350" spc="-3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350" spc="85">
                <a:solidFill>
                  <a:srgbClr val="494949"/>
                </a:solidFill>
                <a:latin typeface="Arial MT"/>
                <a:cs typeface="Arial MT"/>
              </a:rPr>
              <a:t>to</a:t>
            </a:r>
            <a:r>
              <a:rPr dirty="0" sz="2350" spc="-8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50" spc="-10">
                <a:solidFill>
                  <a:srgbClr val="444444"/>
                </a:solidFill>
                <a:latin typeface="Arial MT"/>
                <a:cs typeface="Arial MT"/>
              </a:rPr>
              <a:t>trigger </a:t>
            </a:r>
            <a:r>
              <a:rPr dirty="0" sz="2250">
                <a:solidFill>
                  <a:srgbClr val="444444"/>
                </a:solidFill>
                <a:latin typeface="Arial MT"/>
                <a:cs typeface="Arial MT"/>
              </a:rPr>
              <a:t>TestNG</a:t>
            </a:r>
            <a:r>
              <a:rPr dirty="0" sz="2250" spc="24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3F3F3F"/>
                </a:solidFill>
                <a:latin typeface="Arial MT"/>
                <a:cs typeface="Arial MT"/>
              </a:rPr>
              <a:t>suite</a:t>
            </a:r>
            <a:r>
              <a:rPr dirty="0" sz="2250" spc="18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50" spc="114">
                <a:solidFill>
                  <a:srgbClr val="545454"/>
                </a:solidFill>
                <a:latin typeface="Arial MT"/>
                <a:cs typeface="Arial MT"/>
              </a:rPr>
              <a:t>with</a:t>
            </a:r>
            <a:r>
              <a:rPr dirty="0" sz="2250" spc="16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363636"/>
                </a:solidFill>
                <a:latin typeface="Arial MT"/>
                <a:cs typeface="Arial MT"/>
              </a:rPr>
              <a:t>parallel</a:t>
            </a:r>
            <a:r>
              <a:rPr dirty="0" sz="2250" spc="16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250" spc="45">
                <a:solidFill>
                  <a:srgbClr val="505050"/>
                </a:solidFill>
                <a:latin typeface="Arial MT"/>
                <a:cs typeface="Arial MT"/>
              </a:rPr>
              <a:t>thread </a:t>
            </a:r>
            <a:r>
              <a:rPr dirty="0" sz="2250" spc="-10">
                <a:solidFill>
                  <a:srgbClr val="3A3A3A"/>
                </a:solidFill>
                <a:latin typeface="Arial MT"/>
                <a:cs typeface="Arial MT"/>
              </a:rPr>
              <a:t>execution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539434" y="4712228"/>
            <a:ext cx="4709795" cy="1805939"/>
          </a:xfrm>
          <a:prstGeom prst="rect">
            <a:avLst/>
          </a:prstGeom>
        </p:spPr>
        <p:txBody>
          <a:bodyPr wrap="square" lIns="0" tIns="25082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975"/>
              </a:spcBef>
            </a:pPr>
            <a:r>
              <a:rPr dirty="0" sz="3000" spc="85">
                <a:solidFill>
                  <a:srgbClr val="4B4B4B"/>
                </a:solidFill>
                <a:latin typeface="Arial MT"/>
                <a:cs typeface="Arial MT"/>
              </a:rPr>
              <a:t>Stoge</a:t>
            </a:r>
            <a:r>
              <a:rPr dirty="0" sz="3000" spc="-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545454"/>
                </a:solidFill>
                <a:latin typeface="Arial MT"/>
                <a:cs typeface="Arial MT"/>
              </a:rPr>
              <a:t>3:</a:t>
            </a:r>
            <a:r>
              <a:rPr dirty="0" sz="3000" spc="-32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3000" spc="95">
                <a:solidFill>
                  <a:srgbClr val="565D6E"/>
                </a:solidFill>
                <a:latin typeface="Arial MT"/>
                <a:cs typeface="Arial MT"/>
              </a:rPr>
              <a:t>Stop</a:t>
            </a: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z="2600" spc="-155">
                <a:solidFill>
                  <a:srgbClr val="494949"/>
                </a:solidFill>
                <a:latin typeface="Arial MT"/>
                <a:cs typeface="Arial MT"/>
              </a:rPr>
              <a:t>Execute</a:t>
            </a:r>
            <a:r>
              <a:rPr dirty="0" sz="2600" spc="-3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600" spc="-45">
                <a:solidFill>
                  <a:srgbClr val="4B4B4B"/>
                </a:solidFill>
                <a:latin typeface="Arial MT"/>
                <a:cs typeface="Arial MT"/>
              </a:rPr>
              <a:t>docker</a:t>
            </a:r>
            <a:r>
              <a:rPr dirty="0" sz="2600" spc="-13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600" spc="-70">
                <a:solidFill>
                  <a:srgbClr val="464646"/>
                </a:solidFill>
                <a:latin typeface="Arial MT"/>
                <a:cs typeface="Arial MT"/>
              </a:rPr>
              <a:t>compose</a:t>
            </a:r>
            <a:r>
              <a:rPr dirty="0" sz="2600" spc="-2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600" spc="-40">
                <a:solidFill>
                  <a:srgbClr val="3D3D3D"/>
                </a:solidFill>
                <a:latin typeface="Arial MT"/>
                <a:cs typeface="Arial MT"/>
              </a:rPr>
              <a:t>down</a:t>
            </a:r>
            <a:r>
              <a:rPr dirty="0" sz="2600" spc="-14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600" spc="-25">
                <a:solidFill>
                  <a:srgbClr val="525252"/>
                </a:solidFill>
                <a:latin typeface="Arial MT"/>
                <a:cs typeface="Arial MT"/>
              </a:rPr>
              <a:t>to</a:t>
            </a:r>
            <a:endParaRPr sz="260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1005"/>
              </a:spcBef>
            </a:pPr>
            <a:r>
              <a:rPr dirty="0" sz="2300">
                <a:solidFill>
                  <a:srgbClr val="494949"/>
                </a:solidFill>
                <a:latin typeface="Arial MT"/>
                <a:cs typeface="Arial MT"/>
              </a:rPr>
              <a:t>gracefully</a:t>
            </a:r>
            <a:r>
              <a:rPr dirty="0" sz="2300" spc="27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 spc="55">
                <a:solidFill>
                  <a:srgbClr val="4B4B4B"/>
                </a:solidFill>
                <a:latin typeface="Arial MT"/>
                <a:cs typeface="Arial MT"/>
              </a:rPr>
              <a:t>shutdown</a:t>
            </a:r>
            <a:r>
              <a:rPr dirty="0" sz="2300" spc="29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D4D4D"/>
                </a:solidFill>
                <a:latin typeface="Arial MT"/>
                <a:cs typeface="Arial MT"/>
              </a:rPr>
              <a:t>all</a:t>
            </a:r>
            <a:r>
              <a:rPr dirty="0" sz="2300" spc="13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44444"/>
                </a:solidFill>
                <a:latin typeface="Arial MT"/>
                <a:cs typeface="Arial MT"/>
              </a:rPr>
              <a:t>containers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45364" y="8661392"/>
            <a:ext cx="15537180" cy="3676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50">
                <a:solidFill>
                  <a:srgbClr val="484848"/>
                </a:solidFill>
                <a:latin typeface="Arial MT"/>
                <a:cs typeface="Arial MT"/>
              </a:rPr>
              <a:t>Each</a:t>
            </a:r>
            <a:r>
              <a:rPr dirty="0" sz="2250" spc="15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50" spc="50">
                <a:solidFill>
                  <a:srgbClr val="424242"/>
                </a:solidFill>
                <a:latin typeface="Arial MT"/>
                <a:cs typeface="Arial MT"/>
              </a:rPr>
              <a:t>pipeline</a:t>
            </a:r>
            <a:r>
              <a:rPr dirty="0" sz="2250" spc="24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44444"/>
                </a:solidFill>
                <a:latin typeface="Arial MT"/>
                <a:cs typeface="Arial MT"/>
              </a:rPr>
              <a:t>stage</a:t>
            </a:r>
            <a:r>
              <a:rPr dirty="0" sz="2250" spc="19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444444"/>
                </a:solidFill>
                <a:latin typeface="Arial MT"/>
                <a:cs typeface="Arial MT"/>
              </a:rPr>
              <a:t>includes</a:t>
            </a:r>
            <a:r>
              <a:rPr dirty="0" sz="2250" spc="2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444444"/>
                </a:solidFill>
                <a:latin typeface="Arial MT"/>
                <a:cs typeface="Arial MT"/>
              </a:rPr>
              <a:t>error</a:t>
            </a:r>
            <a:r>
              <a:rPr dirty="0" sz="2250" spc="2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 spc="70">
                <a:solidFill>
                  <a:srgbClr val="464646"/>
                </a:solidFill>
                <a:latin typeface="Arial MT"/>
                <a:cs typeface="Arial MT"/>
              </a:rPr>
              <a:t>handling</a:t>
            </a:r>
            <a:r>
              <a:rPr dirty="0" sz="2250" spc="12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94949"/>
                </a:solidFill>
                <a:latin typeface="Arial MT"/>
                <a:cs typeface="Arial MT"/>
              </a:rPr>
              <a:t>and</a:t>
            </a:r>
            <a:r>
              <a:rPr dirty="0" sz="2250" spc="1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494949"/>
                </a:solidFill>
                <a:latin typeface="Arial MT"/>
                <a:cs typeface="Arial MT"/>
              </a:rPr>
              <a:t>logging</a:t>
            </a:r>
            <a:r>
              <a:rPr dirty="0" sz="2250" spc="19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3F3F3F"/>
                </a:solidFill>
                <a:latin typeface="Arial MT"/>
                <a:cs typeface="Arial MT"/>
              </a:rPr>
              <a:t>to</a:t>
            </a:r>
            <a:r>
              <a:rPr dirty="0" sz="2250" spc="2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14141"/>
                </a:solidFill>
                <a:latin typeface="Arial MT"/>
                <a:cs typeface="Arial MT"/>
              </a:rPr>
              <a:t>ensure</a:t>
            </a:r>
            <a:r>
              <a:rPr dirty="0" sz="2250" spc="18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464646"/>
                </a:solidFill>
                <a:latin typeface="Arial MT"/>
                <a:cs typeface="Arial MT"/>
              </a:rPr>
              <a:t>reliability</a:t>
            </a:r>
            <a:r>
              <a:rPr dirty="0" sz="2250" spc="26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3A3A3A"/>
                </a:solidFill>
                <a:latin typeface="Arial MT"/>
                <a:cs typeface="Arial MT"/>
              </a:rPr>
              <a:t>and</a:t>
            </a:r>
            <a:r>
              <a:rPr dirty="0" sz="2250" spc="11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250" spc="45">
                <a:solidFill>
                  <a:srgbClr val="494949"/>
                </a:solidFill>
                <a:latin typeface="Arial MT"/>
                <a:cs typeface="Arial MT"/>
              </a:rPr>
              <a:t>provide</a:t>
            </a:r>
            <a:r>
              <a:rPr dirty="0" sz="2250" spc="25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24242"/>
                </a:solidFill>
                <a:latin typeface="Arial MT"/>
                <a:cs typeface="Arial MT"/>
              </a:rPr>
              <a:t>detailed</a:t>
            </a:r>
            <a:r>
              <a:rPr dirty="0" sz="2250" spc="24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363636"/>
                </a:solidFill>
                <a:latin typeface="Arial MT"/>
                <a:cs typeface="Arial MT"/>
              </a:rPr>
              <a:t>execution</a:t>
            </a:r>
            <a:r>
              <a:rPr dirty="0" sz="2250" spc="23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250" spc="50">
                <a:solidFill>
                  <a:srgbClr val="464646"/>
                </a:solidFill>
                <a:latin typeface="Arial MT"/>
                <a:cs typeface="Arial MT"/>
              </a:rPr>
              <a:t>context.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2804" y="2563284"/>
            <a:ext cx="11442580" cy="63830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789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rPr dirty="0" spc="70">
                <a:solidFill>
                  <a:srgbClr val="262626"/>
                </a:solidFill>
              </a:rPr>
              <a:t>Porollel</a:t>
            </a:r>
            <a:r>
              <a:rPr dirty="0" spc="-95">
                <a:solidFill>
                  <a:srgbClr val="262626"/>
                </a:solidFill>
              </a:rPr>
              <a:t> </a:t>
            </a:r>
            <a:r>
              <a:rPr dirty="0" spc="-70">
                <a:solidFill>
                  <a:srgbClr val="343434"/>
                </a:solidFill>
              </a:rPr>
              <a:t>Test</a:t>
            </a:r>
            <a:r>
              <a:rPr dirty="0" spc="-220">
                <a:solidFill>
                  <a:srgbClr val="343434"/>
                </a:solidFill>
              </a:rPr>
              <a:t> </a:t>
            </a:r>
            <a:r>
              <a:rPr dirty="0" spc="135">
                <a:solidFill>
                  <a:srgbClr val="2B2B2B"/>
                </a:solidFill>
              </a:rPr>
              <a:t>Execution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37550" y="3469931"/>
            <a:ext cx="5797550" cy="44684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10"/>
              </a:spcBef>
            </a:pPr>
            <a:r>
              <a:rPr dirty="0" sz="3700" spc="-10">
                <a:solidFill>
                  <a:srgbClr val="262626"/>
                </a:solidFill>
                <a:latin typeface="Arial MT"/>
                <a:cs typeface="Arial MT"/>
              </a:rPr>
              <a:t>TestNG</a:t>
            </a:r>
            <a:r>
              <a:rPr dirty="0" sz="3700" spc="-21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3700" spc="100">
                <a:solidFill>
                  <a:srgbClr val="2D2D2D"/>
                </a:solidFill>
                <a:latin typeface="Arial MT"/>
                <a:cs typeface="Arial MT"/>
              </a:rPr>
              <a:t>Configuration</a:t>
            </a:r>
            <a:endParaRPr sz="3700">
              <a:latin typeface="Arial MT"/>
              <a:cs typeface="Arial MT"/>
            </a:endParaRPr>
          </a:p>
          <a:p>
            <a:pPr marL="12700" marR="5080" indent="6350">
              <a:lnSpc>
                <a:spcPct val="143200"/>
              </a:lnSpc>
              <a:spcBef>
                <a:spcPts val="1920"/>
              </a:spcBef>
            </a:pPr>
            <a:r>
              <a:rPr dirty="0" sz="2200">
                <a:solidFill>
                  <a:srgbClr val="3D3D3D"/>
                </a:solidFill>
                <a:latin typeface="Arial MT"/>
                <a:cs typeface="Arial MT"/>
              </a:rPr>
              <a:t>TestNG</a:t>
            </a:r>
            <a:r>
              <a:rPr dirty="0" sz="2200" spc="28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50">
                <a:solidFill>
                  <a:srgbClr val="3A3A3A"/>
                </a:solidFill>
                <a:latin typeface="Arial MT"/>
                <a:cs typeface="Arial MT"/>
              </a:rPr>
              <a:t>manages</a:t>
            </a:r>
            <a:r>
              <a:rPr dirty="0" sz="2200" spc="31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24242"/>
                </a:solidFill>
                <a:latin typeface="Arial MT"/>
                <a:cs typeface="Arial MT"/>
              </a:rPr>
              <a:t>parallel</a:t>
            </a:r>
            <a:r>
              <a:rPr dirty="0" sz="2200" spc="23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55">
                <a:solidFill>
                  <a:srgbClr val="414141"/>
                </a:solidFill>
                <a:latin typeface="Arial MT"/>
                <a:cs typeface="Arial MT"/>
              </a:rPr>
              <a:t>execution</a:t>
            </a:r>
            <a:r>
              <a:rPr dirty="0" sz="2200" spc="11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00" spc="110">
                <a:solidFill>
                  <a:srgbClr val="3F3F3F"/>
                </a:solidFill>
                <a:latin typeface="Arial MT"/>
                <a:cs typeface="Arial MT"/>
              </a:rPr>
              <a:t>through</a:t>
            </a:r>
            <a:r>
              <a:rPr dirty="0" sz="2200" spc="16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85">
                <a:solidFill>
                  <a:srgbClr val="383838"/>
                </a:solidFill>
                <a:latin typeface="Arial MT"/>
                <a:cs typeface="Arial MT"/>
              </a:rPr>
              <a:t>thread</a:t>
            </a:r>
            <a:r>
              <a:rPr dirty="0" sz="2200" spc="1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200" spc="50">
                <a:solidFill>
                  <a:srgbClr val="494949"/>
                </a:solidFill>
                <a:latin typeface="Arial MT"/>
                <a:cs typeface="Arial MT"/>
              </a:rPr>
              <a:t>pools,</a:t>
            </a:r>
            <a:r>
              <a:rPr dirty="0" sz="2200" spc="7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100">
                <a:solidFill>
                  <a:srgbClr val="444444"/>
                </a:solidFill>
                <a:latin typeface="Arial MT"/>
                <a:cs typeface="Arial MT"/>
              </a:rPr>
              <a:t>distributing</a:t>
            </a:r>
            <a:r>
              <a:rPr dirty="0" sz="2200" spc="1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80">
                <a:solidFill>
                  <a:srgbClr val="383838"/>
                </a:solidFill>
                <a:latin typeface="Arial MT"/>
                <a:cs typeface="Arial MT"/>
              </a:rPr>
              <a:t>test </a:t>
            </a:r>
            <a:r>
              <a:rPr dirty="0" sz="2200" spc="95">
                <a:solidFill>
                  <a:srgbClr val="444444"/>
                </a:solidFill>
                <a:latin typeface="Arial MT"/>
                <a:cs typeface="Arial MT"/>
              </a:rPr>
              <a:t>methods</a:t>
            </a:r>
            <a:r>
              <a:rPr dirty="0" sz="2200" spc="17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50">
                <a:solidFill>
                  <a:srgbClr val="383838"/>
                </a:solidFill>
                <a:latin typeface="Arial MT"/>
                <a:cs typeface="Arial MT"/>
              </a:rPr>
              <a:t>across</a:t>
            </a:r>
            <a:r>
              <a:rPr dirty="0" sz="220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363636"/>
                </a:solidFill>
                <a:latin typeface="Arial MT"/>
                <a:cs typeface="Arial MT"/>
              </a:rPr>
              <a:t>available</a:t>
            </a:r>
            <a:r>
              <a:rPr dirty="0" sz="2200" spc="26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200" spc="70">
                <a:solidFill>
                  <a:srgbClr val="3D3D3D"/>
                </a:solidFill>
                <a:latin typeface="Arial MT"/>
                <a:cs typeface="Arial MT"/>
              </a:rPr>
              <a:t>threads</a:t>
            </a:r>
            <a:r>
              <a:rPr dirty="0" sz="2200" spc="22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363636"/>
                </a:solidFill>
                <a:latin typeface="Arial MT"/>
                <a:cs typeface="Arial MT"/>
              </a:rPr>
              <a:t>based</a:t>
            </a:r>
            <a:r>
              <a:rPr dirty="0" sz="2200" spc="18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3F3F3F"/>
                </a:solidFill>
                <a:latin typeface="Arial MT"/>
                <a:cs typeface="Arial MT"/>
              </a:rPr>
              <a:t>on </a:t>
            </a:r>
            <a:r>
              <a:rPr dirty="0" sz="2200" spc="90">
                <a:solidFill>
                  <a:srgbClr val="3F3F3F"/>
                </a:solidFill>
                <a:latin typeface="Arial MT"/>
                <a:cs typeface="Arial MT"/>
              </a:rPr>
              <a:t>configuration</a:t>
            </a:r>
            <a:r>
              <a:rPr dirty="0" sz="2200" spc="29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50">
                <a:solidFill>
                  <a:srgbClr val="4D4D4D"/>
                </a:solidFill>
                <a:latin typeface="Arial MT"/>
                <a:cs typeface="Arial MT"/>
              </a:rPr>
              <a:t>pa</a:t>
            </a:r>
            <a:r>
              <a:rPr dirty="0" sz="2200" spc="50">
                <a:solidFill>
                  <a:srgbClr val="494949"/>
                </a:solidFill>
                <a:latin typeface="Arial MT"/>
                <a:cs typeface="Arial MT"/>
              </a:rPr>
              <a:t>rameters.</a:t>
            </a:r>
            <a:endParaRPr sz="2200">
              <a:latin typeface="Arial MT"/>
              <a:cs typeface="Arial MT"/>
            </a:endParaRPr>
          </a:p>
          <a:p>
            <a:pPr marL="12700" marR="292735" indent="6350">
              <a:lnSpc>
                <a:spcPct val="136200"/>
              </a:lnSpc>
              <a:spcBef>
                <a:spcPts val="2200"/>
              </a:spcBef>
            </a:pPr>
            <a:r>
              <a:rPr dirty="0" sz="2300" spc="-10">
                <a:solidFill>
                  <a:srgbClr val="3D3D3D"/>
                </a:solidFill>
                <a:latin typeface="Arial MT"/>
                <a:cs typeface="Arial MT"/>
              </a:rPr>
              <a:t>Tests</a:t>
            </a:r>
            <a:r>
              <a:rPr dirty="0" sz="2300" spc="12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300" spc="105">
                <a:solidFill>
                  <a:srgbClr val="444444"/>
                </a:solidFill>
                <a:latin typeface="Arial MT"/>
                <a:cs typeface="Arial MT"/>
              </a:rPr>
              <a:t>run</a:t>
            </a:r>
            <a:r>
              <a:rPr dirty="0" sz="2300" spc="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94949"/>
                </a:solidFill>
                <a:latin typeface="Arial MT"/>
                <a:cs typeface="Arial MT"/>
              </a:rPr>
              <a:t>simultaneously,</a:t>
            </a:r>
            <a:r>
              <a:rPr dirty="0" sz="2300" spc="-7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84848"/>
                </a:solidFill>
                <a:latin typeface="Arial MT"/>
                <a:cs typeface="Arial MT"/>
              </a:rPr>
              <a:t>each</a:t>
            </a:r>
            <a:r>
              <a:rPr dirty="0" sz="2300" spc="114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300" spc="75">
                <a:solidFill>
                  <a:srgbClr val="4D4D4D"/>
                </a:solidFill>
                <a:latin typeface="Arial MT"/>
                <a:cs typeface="Arial MT"/>
              </a:rPr>
              <a:t>in</a:t>
            </a:r>
            <a:r>
              <a:rPr dirty="0" sz="2300" spc="-7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 spc="75">
                <a:solidFill>
                  <a:srgbClr val="464646"/>
                </a:solidFill>
                <a:latin typeface="Arial MT"/>
                <a:cs typeface="Arial MT"/>
              </a:rPr>
              <a:t>its</a:t>
            </a:r>
            <a:r>
              <a:rPr dirty="0" sz="2300" spc="2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484848"/>
                </a:solidFill>
                <a:latin typeface="Arial MT"/>
                <a:cs typeface="Arial MT"/>
              </a:rPr>
              <a:t>own </a:t>
            </a:r>
            <a:r>
              <a:rPr dirty="0" sz="2300">
                <a:solidFill>
                  <a:srgbClr val="424242"/>
                </a:solidFill>
                <a:latin typeface="Arial MT"/>
                <a:cs typeface="Arial MT"/>
              </a:rPr>
              <a:t>thread,</a:t>
            </a:r>
            <a:r>
              <a:rPr dirty="0" sz="2300" spc="18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64646"/>
                </a:solidFill>
                <a:latin typeface="Arial MT"/>
                <a:cs typeface="Arial MT"/>
              </a:rPr>
              <a:t>maximizing</a:t>
            </a:r>
            <a:r>
              <a:rPr dirty="0" sz="2300" spc="34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 spc="-65">
                <a:solidFill>
                  <a:srgbClr val="424242"/>
                </a:solidFill>
                <a:latin typeface="Arial MT"/>
                <a:cs typeface="Arial MT"/>
              </a:rPr>
              <a:t>CPU</a:t>
            </a:r>
            <a:r>
              <a:rPr dirty="0" sz="2300" spc="24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B3B3B"/>
                </a:solidFill>
                <a:latin typeface="Arial MT"/>
                <a:cs typeface="Arial MT"/>
              </a:rPr>
              <a:t>utilization</a:t>
            </a:r>
            <a:r>
              <a:rPr dirty="0" sz="2300" spc="39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484848"/>
                </a:solidFill>
                <a:latin typeface="Arial MT"/>
                <a:cs typeface="Arial MT"/>
              </a:rPr>
              <a:t>and </a:t>
            </a:r>
            <a:r>
              <a:rPr dirty="0" sz="2300">
                <a:solidFill>
                  <a:srgbClr val="424242"/>
                </a:solidFill>
                <a:latin typeface="Arial MT"/>
                <a:cs typeface="Arial MT"/>
              </a:rPr>
              <a:t>reducing</a:t>
            </a:r>
            <a:r>
              <a:rPr dirty="0" sz="2300" spc="34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00" spc="55">
                <a:solidFill>
                  <a:srgbClr val="424242"/>
                </a:solidFill>
                <a:latin typeface="Arial MT"/>
                <a:cs typeface="Arial MT"/>
              </a:rPr>
              <a:t>total</a:t>
            </a:r>
            <a:r>
              <a:rPr dirty="0" sz="2300" spc="22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B3B3B"/>
                </a:solidFill>
                <a:latin typeface="Arial MT"/>
                <a:cs typeface="Arial MT"/>
              </a:rPr>
              <a:t>execution</a:t>
            </a:r>
            <a:r>
              <a:rPr dirty="0" sz="2300" spc="28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300" spc="40">
                <a:solidFill>
                  <a:srgbClr val="3A3A3A"/>
                </a:solidFill>
                <a:latin typeface="Arial MT"/>
                <a:cs typeface="Arial MT"/>
              </a:rPr>
              <a:t>time.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60586" y="9940270"/>
            <a:ext cx="5840095" cy="10604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00" spc="-10">
                <a:solidFill>
                  <a:srgbClr val="464646"/>
                </a:solidFill>
                <a:latin typeface="Arial MT"/>
                <a:cs typeface="Arial MT"/>
              </a:rPr>
              <a:t>SearchTest</a:t>
            </a:r>
            <a:endParaRPr sz="3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885"/>
              </a:spcBef>
            </a:pPr>
            <a:r>
              <a:rPr dirty="0" sz="2200">
                <a:solidFill>
                  <a:srgbClr val="424242"/>
                </a:solidFill>
                <a:latin typeface="Arial MT"/>
                <a:cs typeface="Arial MT"/>
              </a:rPr>
              <a:t>Validates</a:t>
            </a:r>
            <a:r>
              <a:rPr dirty="0" sz="2200" spc="36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3F3F3F"/>
                </a:solidFill>
                <a:latin typeface="Arial MT"/>
                <a:cs typeface="Arial MT"/>
              </a:rPr>
              <a:t>search</a:t>
            </a:r>
            <a:r>
              <a:rPr dirty="0" sz="2200" spc="20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95">
                <a:solidFill>
                  <a:srgbClr val="3B3B3B"/>
                </a:solidFill>
                <a:latin typeface="Arial MT"/>
                <a:cs typeface="Arial MT"/>
              </a:rPr>
              <a:t>functionality</a:t>
            </a:r>
            <a:r>
              <a:rPr dirty="0" sz="2200" spc="30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200" spc="90">
                <a:solidFill>
                  <a:srgbClr val="565656"/>
                </a:solidFill>
                <a:latin typeface="Arial MT"/>
                <a:cs typeface="Arial MT"/>
              </a:rPr>
              <a:t>in</a:t>
            </a:r>
            <a:r>
              <a:rPr dirty="0" sz="2200" spc="14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200" spc="70">
                <a:solidFill>
                  <a:srgbClr val="3B3B3B"/>
                </a:solidFill>
                <a:latin typeface="Arial MT"/>
                <a:cs typeface="Arial MT"/>
              </a:rPr>
              <a:t>application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501900" y="9940270"/>
            <a:ext cx="6732270" cy="10604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20"/>
              </a:spcBef>
            </a:pPr>
            <a:r>
              <a:rPr dirty="0" sz="3000" spc="45">
                <a:solidFill>
                  <a:srgbClr val="444444"/>
                </a:solidFill>
                <a:latin typeface="Arial MT"/>
                <a:cs typeface="Arial MT"/>
              </a:rPr>
              <a:t>CheckoutTest</a:t>
            </a: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dirty="0" sz="2200">
                <a:solidFill>
                  <a:srgbClr val="424242"/>
                </a:solidFill>
                <a:latin typeface="Arial MT"/>
                <a:cs typeface="Arial MT"/>
              </a:rPr>
              <a:t>Tests</a:t>
            </a:r>
            <a:r>
              <a:rPr dirty="0" sz="2200" spc="14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80">
                <a:solidFill>
                  <a:srgbClr val="484848"/>
                </a:solidFill>
                <a:latin typeface="Arial MT"/>
                <a:cs typeface="Arial MT"/>
              </a:rPr>
              <a:t>checkout</a:t>
            </a:r>
            <a:r>
              <a:rPr dirty="0" sz="2200" spc="26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110">
                <a:solidFill>
                  <a:srgbClr val="484848"/>
                </a:solidFill>
                <a:latin typeface="Arial MT"/>
                <a:cs typeface="Arial MT"/>
              </a:rPr>
              <a:t>workflow </a:t>
            </a:r>
            <a:r>
              <a:rPr dirty="0" sz="2200" spc="80">
                <a:solidFill>
                  <a:srgbClr val="4B4B4B"/>
                </a:solidFill>
                <a:latin typeface="Arial MT"/>
                <a:cs typeface="Arial MT"/>
              </a:rPr>
              <a:t>and</a:t>
            </a:r>
            <a:r>
              <a:rPr dirty="0" sz="2200" spc="6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65">
                <a:solidFill>
                  <a:srgbClr val="3D3D3D"/>
                </a:solidFill>
                <a:latin typeface="Arial MT"/>
                <a:cs typeface="Arial MT"/>
              </a:rPr>
              <a:t>payment</a:t>
            </a:r>
            <a:r>
              <a:rPr dirty="0" sz="2200" spc="22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55">
                <a:solidFill>
                  <a:srgbClr val="484848"/>
                </a:solidFill>
                <a:latin typeface="Arial MT"/>
                <a:cs typeface="Arial MT"/>
              </a:rPr>
              <a:t>processing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47171" y="11778966"/>
            <a:ext cx="161601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100">
                <a:solidFill>
                  <a:srgbClr val="444444"/>
                </a:solidFill>
                <a:latin typeface="Arial MT"/>
                <a:cs typeface="Arial MT"/>
              </a:rPr>
              <a:t>Multiple</a:t>
            </a:r>
            <a:r>
              <a:rPr dirty="0" sz="2200" spc="10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85">
                <a:solidFill>
                  <a:srgbClr val="4D4D4D"/>
                </a:solidFill>
                <a:latin typeface="Arial MT"/>
                <a:cs typeface="Arial MT"/>
              </a:rPr>
              <a:t>test</a:t>
            </a:r>
            <a:r>
              <a:rPr dirty="0" sz="2200" spc="13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343434"/>
                </a:solidFill>
                <a:latin typeface="Arial MT"/>
                <a:cs typeface="Arial MT"/>
              </a:rPr>
              <a:t>classes</a:t>
            </a:r>
            <a:r>
              <a:rPr dirty="0" sz="2200" spc="20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200" spc="50">
                <a:solidFill>
                  <a:srgbClr val="3F3F3F"/>
                </a:solidFill>
                <a:latin typeface="Arial MT"/>
                <a:cs typeface="Arial MT"/>
              </a:rPr>
              <a:t>execute</a:t>
            </a:r>
            <a:r>
              <a:rPr dirty="0" sz="2200" spc="17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00" spc="80">
                <a:solidFill>
                  <a:srgbClr val="444444"/>
                </a:solidFill>
                <a:latin typeface="Arial MT"/>
                <a:cs typeface="Arial MT"/>
              </a:rPr>
              <a:t>concurrently,</a:t>
            </a:r>
            <a:r>
              <a:rPr dirty="0" sz="2200" spc="19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94949"/>
                </a:solidFill>
                <a:latin typeface="Arial MT"/>
                <a:cs typeface="Arial MT"/>
              </a:rPr>
              <a:t>each</a:t>
            </a:r>
            <a:r>
              <a:rPr dirty="0" sz="2200" spc="1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95">
                <a:solidFill>
                  <a:srgbClr val="424242"/>
                </a:solidFill>
                <a:latin typeface="Arial MT"/>
                <a:cs typeface="Arial MT"/>
              </a:rPr>
              <a:t>interacting</a:t>
            </a:r>
            <a:r>
              <a:rPr dirty="0" sz="2200" spc="22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120">
                <a:solidFill>
                  <a:srgbClr val="4B4B4B"/>
                </a:solidFill>
                <a:latin typeface="Arial MT"/>
                <a:cs typeface="Arial MT"/>
              </a:rPr>
              <a:t>with</a:t>
            </a:r>
            <a:r>
              <a:rPr dirty="0" sz="2200" spc="1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424242"/>
                </a:solidFill>
                <a:latin typeface="Arial MT"/>
                <a:cs typeface="Arial MT"/>
              </a:rPr>
              <a:t>sepa</a:t>
            </a:r>
            <a:r>
              <a:rPr dirty="0" sz="2200" spc="-36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60">
                <a:solidFill>
                  <a:srgbClr val="3D3D3D"/>
                </a:solidFill>
                <a:latin typeface="Arial MT"/>
                <a:cs typeface="Arial MT"/>
              </a:rPr>
              <a:t>rate</a:t>
            </a:r>
            <a:r>
              <a:rPr dirty="0" sz="2200" spc="8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00" spc="65">
                <a:solidFill>
                  <a:srgbClr val="464646"/>
                </a:solidFill>
                <a:latin typeface="Arial MT"/>
                <a:cs typeface="Arial MT"/>
              </a:rPr>
              <a:t>browser</a:t>
            </a:r>
            <a:r>
              <a:rPr dirty="0" sz="2200" spc="23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 spc="60">
                <a:solidFill>
                  <a:srgbClr val="363636"/>
                </a:solidFill>
                <a:latin typeface="Arial MT"/>
                <a:cs typeface="Arial MT"/>
              </a:rPr>
              <a:t>instances</a:t>
            </a:r>
            <a:r>
              <a:rPr dirty="0" sz="2200" spc="22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200" spc="110">
                <a:solidFill>
                  <a:srgbClr val="494949"/>
                </a:solidFill>
                <a:latin typeface="Arial MT"/>
                <a:cs typeface="Arial MT"/>
              </a:rPr>
              <a:t>through</a:t>
            </a:r>
            <a:r>
              <a:rPr dirty="0" sz="2200" spc="114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105">
                <a:solidFill>
                  <a:srgbClr val="484848"/>
                </a:solidFill>
                <a:latin typeface="Arial MT"/>
                <a:cs typeface="Arial MT"/>
              </a:rPr>
              <a:t>the</a:t>
            </a:r>
            <a:r>
              <a:rPr dirty="0" sz="2200" spc="10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65">
                <a:solidFill>
                  <a:srgbClr val="444444"/>
                </a:solidFill>
                <a:latin typeface="Arial MT"/>
                <a:cs typeface="Arial MT"/>
              </a:rPr>
              <a:t>Selenium</a:t>
            </a:r>
            <a:r>
              <a:rPr dirty="0" sz="2200" spc="229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44444"/>
                </a:solidFill>
                <a:latin typeface="Arial MT"/>
                <a:cs typeface="Arial MT"/>
              </a:rPr>
              <a:t>Grid.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5751" y="2781070"/>
            <a:ext cx="485849" cy="72039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92372" y="2781070"/>
            <a:ext cx="519355" cy="7287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15746" y="2781070"/>
            <a:ext cx="519355" cy="7287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686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85">
                <a:solidFill>
                  <a:srgbClr val="313131"/>
                </a:solidFill>
              </a:rPr>
              <a:t>Results</a:t>
            </a:r>
            <a:r>
              <a:rPr dirty="0" spc="-5">
                <a:solidFill>
                  <a:srgbClr val="313131"/>
                </a:solidFill>
              </a:rPr>
              <a:t> </a:t>
            </a:r>
            <a:r>
              <a:rPr dirty="0" spc="235">
                <a:solidFill>
                  <a:srgbClr val="3B3B3B"/>
                </a:solidFill>
              </a:rPr>
              <a:t>ond</a:t>
            </a:r>
            <a:r>
              <a:rPr dirty="0" spc="-430">
                <a:solidFill>
                  <a:srgbClr val="3B3B3B"/>
                </a:solidFill>
              </a:rPr>
              <a:t> </a:t>
            </a:r>
            <a:r>
              <a:rPr dirty="0" spc="135"/>
              <a:t>Conciusion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71873" y="3736755"/>
            <a:ext cx="5493385" cy="1792605"/>
          </a:xfrm>
          <a:prstGeom prst="rect">
            <a:avLst/>
          </a:prstGeom>
        </p:spPr>
        <p:txBody>
          <a:bodyPr wrap="square" lIns="0" tIns="2755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70"/>
              </a:spcBef>
            </a:pPr>
            <a:r>
              <a:rPr dirty="0" sz="3000">
                <a:solidFill>
                  <a:srgbClr val="505050"/>
                </a:solidFill>
                <a:latin typeface="Arial MT"/>
                <a:cs typeface="Arial MT"/>
              </a:rPr>
              <a:t>Tests</a:t>
            </a:r>
            <a:r>
              <a:rPr dirty="0" sz="3000" spc="-7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3000" spc="75">
                <a:solidFill>
                  <a:srgbClr val="494949"/>
                </a:solidFill>
                <a:latin typeface="Arial MT"/>
                <a:cs typeface="Arial MT"/>
              </a:rPr>
              <a:t>Executed</a:t>
            </a:r>
            <a:endParaRPr sz="3000">
              <a:latin typeface="Arial MT"/>
              <a:cs typeface="Arial MT"/>
            </a:endParaRPr>
          </a:p>
          <a:p>
            <a:pPr algn="ctr" marL="12065" marR="5080">
              <a:lnSpc>
                <a:spcPct val="138600"/>
              </a:lnSpc>
              <a:spcBef>
                <a:spcPts val="585"/>
              </a:spcBef>
            </a:pPr>
            <a:r>
              <a:rPr dirty="0" sz="2300" spc="-30">
                <a:solidFill>
                  <a:srgbClr val="444444"/>
                </a:solidFill>
                <a:latin typeface="Arial MT"/>
                <a:cs typeface="Arial MT"/>
              </a:rPr>
              <a:t>SearchTest</a:t>
            </a:r>
            <a:r>
              <a:rPr dirty="0" sz="2300" spc="13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F4F4F"/>
                </a:solidFill>
                <a:latin typeface="Arial MT"/>
                <a:cs typeface="Arial MT"/>
              </a:rPr>
              <a:t>and</a:t>
            </a:r>
            <a:r>
              <a:rPr dirty="0" sz="2300" spc="-4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B3B3B"/>
                </a:solidFill>
                <a:latin typeface="Arial MT"/>
                <a:cs typeface="Arial MT"/>
              </a:rPr>
              <a:t>CheckoutTest</a:t>
            </a:r>
            <a:r>
              <a:rPr dirty="0" sz="2300" spc="20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300" spc="40">
                <a:solidFill>
                  <a:srgbClr val="464646"/>
                </a:solidFill>
                <a:latin typeface="Arial MT"/>
                <a:cs typeface="Arial MT"/>
              </a:rPr>
              <a:t>completed </a:t>
            </a:r>
            <a:r>
              <a:rPr dirty="0" sz="2300" spc="75">
                <a:solidFill>
                  <a:srgbClr val="494949"/>
                </a:solidFill>
                <a:latin typeface="Arial MT"/>
                <a:cs typeface="Arial MT"/>
              </a:rPr>
              <a:t>in</a:t>
            </a:r>
            <a:r>
              <a:rPr dirty="0" sz="2300" spc="-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F4F4F"/>
                </a:solidFill>
                <a:latin typeface="Arial MT"/>
                <a:cs typeface="Arial MT"/>
              </a:rPr>
              <a:t>parallel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40509" y="6576985"/>
            <a:ext cx="3815715" cy="581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50" spc="75">
                <a:solidFill>
                  <a:srgbClr val="313131"/>
                </a:solidFill>
                <a:latin typeface="Arial MT"/>
                <a:cs typeface="Arial MT"/>
              </a:rPr>
              <a:t>Project</a:t>
            </a:r>
            <a:r>
              <a:rPr dirty="0" sz="3650" spc="65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3650" spc="165">
                <a:solidFill>
                  <a:srgbClr val="343434"/>
                </a:solidFill>
                <a:latin typeface="Arial MT"/>
                <a:cs typeface="Arial MT"/>
              </a:rPr>
              <a:t>Summory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129878" y="3998352"/>
            <a:ext cx="3815079" cy="1043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4604">
              <a:lnSpc>
                <a:spcPct val="100000"/>
              </a:lnSpc>
              <a:spcBef>
                <a:spcPts val="95"/>
              </a:spcBef>
            </a:pPr>
            <a:r>
              <a:rPr dirty="0" sz="2950" spc="90">
                <a:solidFill>
                  <a:srgbClr val="4B4B4B"/>
                </a:solidFill>
                <a:latin typeface="Arial MT"/>
                <a:cs typeface="Arial MT"/>
              </a:rPr>
              <a:t>Foilures</a:t>
            </a:r>
            <a:endParaRPr sz="29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775"/>
              </a:spcBef>
            </a:pPr>
            <a:r>
              <a:rPr dirty="0" sz="2250">
                <a:solidFill>
                  <a:srgbClr val="4B4B4B"/>
                </a:solidFill>
                <a:latin typeface="Arial MT"/>
                <a:cs typeface="Arial MT"/>
              </a:rPr>
              <a:t>All</a:t>
            </a:r>
            <a:r>
              <a:rPr dirty="0" sz="2250" spc="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464646"/>
                </a:solidFill>
                <a:latin typeface="Arial MT"/>
                <a:cs typeface="Arial MT"/>
              </a:rPr>
              <a:t>tests</a:t>
            </a:r>
            <a:r>
              <a:rPr dirty="0" sz="2250" spc="114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B4B4B"/>
                </a:solidFill>
                <a:latin typeface="Arial MT"/>
                <a:cs typeface="Arial MT"/>
              </a:rPr>
              <a:t>passed</a:t>
            </a:r>
            <a:r>
              <a:rPr dirty="0" sz="2250" spc="18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444444"/>
                </a:solidFill>
                <a:latin typeface="Arial MT"/>
                <a:cs typeface="Arial MT"/>
              </a:rPr>
              <a:t>successfully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924072" y="3789145"/>
            <a:ext cx="4460875" cy="1260475"/>
          </a:xfrm>
          <a:prstGeom prst="rect">
            <a:avLst/>
          </a:prstGeom>
        </p:spPr>
        <p:txBody>
          <a:bodyPr wrap="square" lIns="0" tIns="227329" rIns="0" bIns="0" rtlCol="0" vert="horz">
            <a:spAutoFit/>
          </a:bodyPr>
          <a:lstStyle/>
          <a:p>
            <a:pPr algn="ctr" marL="28575">
              <a:lnSpc>
                <a:spcPct val="100000"/>
              </a:lnSpc>
              <a:spcBef>
                <a:spcPts val="1789"/>
              </a:spcBef>
            </a:pPr>
            <a:r>
              <a:rPr dirty="0" sz="2900" spc="95">
                <a:solidFill>
                  <a:srgbClr val="4F4F4F"/>
                </a:solidFill>
                <a:latin typeface="Arial MT"/>
                <a:cs typeface="Arial MT"/>
              </a:rPr>
              <a:t>Errors</a:t>
            </a:r>
            <a:endParaRPr sz="2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490"/>
              </a:spcBef>
            </a:pPr>
            <a:r>
              <a:rPr dirty="0" sz="2550">
                <a:solidFill>
                  <a:srgbClr val="5B5B5B"/>
                </a:solidFill>
                <a:latin typeface="Calibri"/>
                <a:cs typeface="Calibri"/>
              </a:rPr>
              <a:t>No</a:t>
            </a:r>
            <a:r>
              <a:rPr dirty="0" sz="2550" spc="3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2550">
                <a:solidFill>
                  <a:srgbClr val="494949"/>
                </a:solidFill>
                <a:latin typeface="Calibri"/>
                <a:cs typeface="Calibri"/>
              </a:rPr>
              <a:t>execution</a:t>
            </a:r>
            <a:r>
              <a:rPr dirty="0" sz="2550" spc="5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550">
                <a:solidFill>
                  <a:srgbClr val="494949"/>
                </a:solidFill>
                <a:latin typeface="Calibri"/>
                <a:cs typeface="Calibri"/>
              </a:rPr>
              <a:t>errors</a:t>
            </a:r>
            <a:r>
              <a:rPr dirty="0" sz="2550" spc="65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550" spc="-10">
                <a:solidFill>
                  <a:srgbClr val="424242"/>
                </a:solidFill>
                <a:latin typeface="Calibri"/>
                <a:cs typeface="Calibri"/>
              </a:rPr>
              <a:t>encountered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40234" y="7513224"/>
            <a:ext cx="18009870" cy="27901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810">
              <a:lnSpc>
                <a:spcPct val="141700"/>
              </a:lnSpc>
              <a:spcBef>
                <a:spcPts val="90"/>
              </a:spcBef>
            </a:pPr>
            <a:r>
              <a:rPr dirty="0" sz="2250">
                <a:solidFill>
                  <a:srgbClr val="464646"/>
                </a:solidFill>
                <a:latin typeface="Arial MT"/>
                <a:cs typeface="Arial MT"/>
              </a:rPr>
              <a:t>This</a:t>
            </a:r>
            <a:r>
              <a:rPr dirty="0" sz="2250" spc="14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3D3D3D"/>
                </a:solidFill>
                <a:latin typeface="Arial MT"/>
                <a:cs typeface="Arial MT"/>
              </a:rPr>
              <a:t>project</a:t>
            </a:r>
            <a:r>
              <a:rPr dirty="0" sz="2250" spc="27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3F3F3F"/>
                </a:solidFill>
                <a:latin typeface="Arial MT"/>
                <a:cs typeface="Arial MT"/>
              </a:rPr>
              <a:t>demonstrates</a:t>
            </a:r>
            <a:r>
              <a:rPr dirty="0" sz="2250" spc="38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24242"/>
                </a:solidFill>
                <a:latin typeface="Arial MT"/>
                <a:cs typeface="Arial MT"/>
              </a:rPr>
              <a:t>a</a:t>
            </a:r>
            <a:r>
              <a:rPr dirty="0" sz="2250" spc="17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414141"/>
                </a:solidFill>
                <a:latin typeface="Arial MT"/>
                <a:cs typeface="Arial MT"/>
              </a:rPr>
              <a:t>complete</a:t>
            </a:r>
            <a:r>
              <a:rPr dirty="0" sz="2250" spc="27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50" spc="75">
                <a:solidFill>
                  <a:srgbClr val="424242"/>
                </a:solidFill>
                <a:latin typeface="Arial MT"/>
                <a:cs typeface="Arial MT"/>
              </a:rPr>
              <a:t>Devops</a:t>
            </a:r>
            <a:r>
              <a:rPr dirty="0" sz="2250" spc="21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464646"/>
                </a:solidFill>
                <a:latin typeface="Arial MT"/>
                <a:cs typeface="Arial MT"/>
              </a:rPr>
              <a:t>solution</a:t>
            </a:r>
            <a:r>
              <a:rPr dirty="0" sz="2250" spc="204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 spc="85">
                <a:solidFill>
                  <a:srgbClr val="4F4F4F"/>
                </a:solidFill>
                <a:latin typeface="Arial MT"/>
                <a:cs typeface="Arial MT"/>
              </a:rPr>
              <a:t>for</a:t>
            </a:r>
            <a:r>
              <a:rPr dirty="0" sz="2250" spc="19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464646"/>
                </a:solidFill>
                <a:latin typeface="Arial MT"/>
                <a:cs typeface="Arial MT"/>
              </a:rPr>
              <a:t>automated</a:t>
            </a:r>
            <a:r>
              <a:rPr dirty="0" sz="2250" spc="27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3A3A3A"/>
                </a:solidFill>
                <a:latin typeface="Arial MT"/>
                <a:cs typeface="Arial MT"/>
              </a:rPr>
              <a:t>parallel</a:t>
            </a:r>
            <a:r>
              <a:rPr dirty="0" sz="2250" spc="16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484848"/>
                </a:solidFill>
                <a:latin typeface="Arial MT"/>
                <a:cs typeface="Arial MT"/>
              </a:rPr>
              <a:t>test</a:t>
            </a:r>
            <a:r>
              <a:rPr dirty="0" sz="2250" spc="17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24242"/>
                </a:solidFill>
                <a:latin typeface="Arial MT"/>
                <a:cs typeface="Arial MT"/>
              </a:rPr>
              <a:t>execution</a:t>
            </a:r>
            <a:r>
              <a:rPr dirty="0" sz="2250" spc="254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44444"/>
                </a:solidFill>
                <a:latin typeface="Arial MT"/>
                <a:cs typeface="Arial MT"/>
              </a:rPr>
              <a:t>using</a:t>
            </a:r>
            <a:r>
              <a:rPr dirty="0" sz="2250" spc="13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14141"/>
                </a:solidFill>
                <a:latin typeface="Arial MT"/>
                <a:cs typeface="Arial MT"/>
              </a:rPr>
              <a:t>Jenkins</a:t>
            </a:r>
            <a:r>
              <a:rPr dirty="0" sz="2250" spc="21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14141"/>
                </a:solidFill>
                <a:latin typeface="Arial MT"/>
                <a:cs typeface="Arial MT"/>
              </a:rPr>
              <a:t>and</a:t>
            </a:r>
            <a:r>
              <a:rPr dirty="0" sz="2250" spc="16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B4B4B"/>
                </a:solidFill>
                <a:latin typeface="Arial MT"/>
                <a:cs typeface="Arial MT"/>
              </a:rPr>
              <a:t>Docker</a:t>
            </a:r>
            <a:r>
              <a:rPr dirty="0" sz="2250" spc="2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64646"/>
                </a:solidFill>
                <a:latin typeface="Arial MT"/>
                <a:cs typeface="Arial MT"/>
              </a:rPr>
              <a:t>Selenium</a:t>
            </a:r>
            <a:r>
              <a:rPr dirty="0" sz="2250" spc="26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3F3F3F"/>
                </a:solidFill>
                <a:latin typeface="Arial MT"/>
                <a:cs typeface="Arial MT"/>
              </a:rPr>
              <a:t>Grid. </a:t>
            </a:r>
            <a:r>
              <a:rPr dirty="0" sz="2250">
                <a:solidFill>
                  <a:srgbClr val="494949"/>
                </a:solidFill>
                <a:latin typeface="Arial MT"/>
                <a:cs typeface="Arial MT"/>
              </a:rPr>
              <a:t>The</a:t>
            </a:r>
            <a:r>
              <a:rPr dirty="0" sz="2250" spc="24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B4B4B"/>
                </a:solidFill>
                <a:latin typeface="Arial MT"/>
                <a:cs typeface="Arial MT"/>
              </a:rPr>
              <a:t>system</a:t>
            </a:r>
            <a:r>
              <a:rPr dirty="0" sz="2250" spc="30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484848"/>
                </a:solidFill>
                <a:latin typeface="Arial MT"/>
                <a:cs typeface="Arial MT"/>
              </a:rPr>
              <a:t>significantly</a:t>
            </a:r>
            <a:r>
              <a:rPr dirty="0" sz="2250" spc="33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B4B4B"/>
                </a:solidFill>
                <a:latin typeface="Arial MT"/>
                <a:cs typeface="Arial MT"/>
              </a:rPr>
              <a:t>reduces</a:t>
            </a:r>
            <a:r>
              <a:rPr dirty="0" sz="2250" spc="26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 spc="80">
                <a:solidFill>
                  <a:srgbClr val="444444"/>
                </a:solidFill>
                <a:latin typeface="Arial MT"/>
                <a:cs typeface="Arial MT"/>
              </a:rPr>
              <a:t>testing</a:t>
            </a:r>
            <a:r>
              <a:rPr dirty="0" sz="2250" spc="18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 spc="90">
                <a:solidFill>
                  <a:srgbClr val="414141"/>
                </a:solidFill>
                <a:latin typeface="Arial MT"/>
                <a:cs typeface="Arial MT"/>
              </a:rPr>
              <a:t>time</a:t>
            </a:r>
            <a:r>
              <a:rPr dirty="0" sz="2250" spc="17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3B3B3B"/>
                </a:solidFill>
                <a:latin typeface="Arial MT"/>
                <a:cs typeface="Arial MT"/>
              </a:rPr>
              <a:t>compared</a:t>
            </a:r>
            <a:r>
              <a:rPr dirty="0" sz="2250" spc="23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250" spc="90">
                <a:solidFill>
                  <a:srgbClr val="4B4B4B"/>
                </a:solidFill>
                <a:latin typeface="Arial MT"/>
                <a:cs typeface="Arial MT"/>
              </a:rPr>
              <a:t>to</a:t>
            </a:r>
            <a:r>
              <a:rPr dirty="0" sz="2250" spc="13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14141"/>
                </a:solidFill>
                <a:latin typeface="Arial MT"/>
                <a:cs typeface="Arial MT"/>
              </a:rPr>
              <a:t>sequential</a:t>
            </a:r>
            <a:r>
              <a:rPr dirty="0" sz="2250" spc="23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44444"/>
                </a:solidFill>
                <a:latin typeface="Arial MT"/>
                <a:cs typeface="Arial MT"/>
              </a:rPr>
              <a:t>execution</a:t>
            </a:r>
            <a:r>
              <a:rPr dirty="0" sz="2250" spc="2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484848"/>
                </a:solidFill>
                <a:latin typeface="Arial MT"/>
                <a:cs typeface="Arial MT"/>
              </a:rPr>
              <a:t>while</a:t>
            </a:r>
            <a:r>
              <a:rPr dirty="0" sz="2250" spc="21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414141"/>
                </a:solidFill>
                <a:latin typeface="Arial MT"/>
                <a:cs typeface="Arial MT"/>
              </a:rPr>
              <a:t>providing</a:t>
            </a:r>
            <a:r>
              <a:rPr dirty="0" sz="2250" spc="31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84848"/>
                </a:solidFill>
                <a:latin typeface="Arial MT"/>
                <a:cs typeface="Arial MT"/>
              </a:rPr>
              <a:t>scalable,</a:t>
            </a:r>
            <a:r>
              <a:rPr dirty="0" sz="2250" spc="11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50" spc="45">
                <a:solidFill>
                  <a:srgbClr val="424242"/>
                </a:solidFill>
                <a:latin typeface="Arial MT"/>
                <a:cs typeface="Arial MT"/>
              </a:rPr>
              <a:t>containerized</a:t>
            </a:r>
            <a:r>
              <a:rPr dirty="0" sz="2250" spc="560">
                <a:solidFill>
                  <a:srgbClr val="424242"/>
                </a:solidFill>
                <a:latin typeface="Arial MT"/>
                <a:cs typeface="Arial MT"/>
              </a:rPr>
              <a:t>  </a:t>
            </a:r>
            <a:r>
              <a:rPr dirty="0" sz="2250" spc="75">
                <a:solidFill>
                  <a:srgbClr val="333333"/>
                </a:solidFill>
                <a:latin typeface="Arial MT"/>
                <a:cs typeface="Arial MT"/>
              </a:rPr>
              <a:t>infrastructure.</a:t>
            </a:r>
            <a:endParaRPr sz="2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Arial MT"/>
              <a:cs typeface="Arial MT"/>
            </a:endParaRPr>
          </a:p>
          <a:p>
            <a:pPr marL="20320" marR="367665" indent="-1905">
              <a:lnSpc>
                <a:spcPct val="141700"/>
              </a:lnSpc>
            </a:pPr>
            <a:r>
              <a:rPr dirty="0" sz="2250">
                <a:solidFill>
                  <a:srgbClr val="4F4F4F"/>
                </a:solidFill>
                <a:latin typeface="Arial MT"/>
                <a:cs typeface="Arial MT"/>
              </a:rPr>
              <a:t>Key</a:t>
            </a:r>
            <a:r>
              <a:rPr dirty="0" sz="2250" spc="5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50" spc="70">
                <a:solidFill>
                  <a:srgbClr val="494949"/>
                </a:solidFill>
                <a:latin typeface="Arial MT"/>
                <a:cs typeface="Arial MT"/>
              </a:rPr>
              <a:t>achievements:</a:t>
            </a:r>
            <a:r>
              <a:rPr dirty="0" sz="2250" spc="28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444444"/>
                </a:solidFill>
                <a:latin typeface="Arial MT"/>
                <a:cs typeface="Arial MT"/>
              </a:rPr>
              <a:t>Automated</a:t>
            </a:r>
            <a:r>
              <a:rPr dirty="0" sz="2250" spc="2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B4B4B"/>
                </a:solidFill>
                <a:latin typeface="Arial MT"/>
                <a:cs typeface="Arial MT"/>
              </a:rPr>
              <a:t>CI/CD</a:t>
            </a:r>
            <a:r>
              <a:rPr dirty="0" sz="2250" spc="15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383838"/>
                </a:solidFill>
                <a:latin typeface="Arial MT"/>
                <a:cs typeface="Arial MT"/>
              </a:rPr>
              <a:t>integration,</a:t>
            </a:r>
            <a:r>
              <a:rPr dirty="0" sz="2250" spc="1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3F3F3F"/>
                </a:solidFill>
                <a:latin typeface="Arial MT"/>
                <a:cs typeface="Arial MT"/>
              </a:rPr>
              <a:t>parallel</a:t>
            </a:r>
            <a:r>
              <a:rPr dirty="0" sz="2250" spc="1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3D3D3D"/>
                </a:solidFill>
                <a:latin typeface="Arial MT"/>
                <a:cs typeface="Arial MT"/>
              </a:rPr>
              <a:t>test</a:t>
            </a:r>
            <a:r>
              <a:rPr dirty="0" sz="2250" spc="13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24242"/>
                </a:solidFill>
                <a:latin typeface="Arial MT"/>
                <a:cs typeface="Arial MT"/>
              </a:rPr>
              <a:t>execution</a:t>
            </a:r>
            <a:r>
              <a:rPr dirty="0" sz="2250" spc="21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105">
                <a:solidFill>
                  <a:srgbClr val="464646"/>
                </a:solidFill>
                <a:latin typeface="Arial MT"/>
                <a:cs typeface="Arial MT"/>
              </a:rPr>
              <a:t>with</a:t>
            </a:r>
            <a:r>
              <a:rPr dirty="0" sz="2250" spc="5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D4D4D"/>
                </a:solidFill>
                <a:latin typeface="Arial MT"/>
                <a:cs typeface="Arial MT"/>
              </a:rPr>
              <a:t>TestNG,</a:t>
            </a:r>
            <a:r>
              <a:rPr dirty="0" sz="2250" spc="11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414141"/>
                </a:solidFill>
                <a:latin typeface="Arial MT"/>
                <a:cs typeface="Arial MT"/>
              </a:rPr>
              <a:t>dynamic</a:t>
            </a:r>
            <a:r>
              <a:rPr dirty="0" sz="2250" spc="24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424242"/>
                </a:solidFill>
                <a:latin typeface="Arial MT"/>
                <a:cs typeface="Arial MT"/>
              </a:rPr>
              <a:t>Docker</a:t>
            </a:r>
            <a:r>
              <a:rPr dirty="0" sz="2250" spc="254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3A3A3A"/>
                </a:solidFill>
                <a:latin typeface="Arial MT"/>
                <a:cs typeface="Arial MT"/>
              </a:rPr>
              <a:t>container</a:t>
            </a:r>
            <a:r>
              <a:rPr dirty="0" sz="2250" spc="32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250" spc="55">
                <a:solidFill>
                  <a:srgbClr val="424242"/>
                </a:solidFill>
                <a:latin typeface="Arial MT"/>
                <a:cs typeface="Arial MT"/>
              </a:rPr>
              <a:t>management,</a:t>
            </a:r>
            <a:r>
              <a:rPr dirty="0" sz="2250" spc="15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50" spc="-25">
                <a:solidFill>
                  <a:srgbClr val="383838"/>
                </a:solidFill>
                <a:latin typeface="Arial MT"/>
                <a:cs typeface="Arial MT"/>
              </a:rPr>
              <a:t>and </a:t>
            </a:r>
            <a:r>
              <a:rPr dirty="0" sz="2250">
                <a:solidFill>
                  <a:srgbClr val="464646"/>
                </a:solidFill>
                <a:latin typeface="Arial MT"/>
                <a:cs typeface="Arial MT"/>
              </a:rPr>
              <a:t>comprehensive</a:t>
            </a:r>
            <a:r>
              <a:rPr dirty="0" sz="2250" spc="459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50" spc="65">
                <a:solidFill>
                  <a:srgbClr val="3D3D3D"/>
                </a:solidFill>
                <a:latin typeface="Arial MT"/>
                <a:cs typeface="Arial MT"/>
              </a:rPr>
              <a:t>test</a:t>
            </a:r>
            <a:r>
              <a:rPr dirty="0" sz="2250" spc="22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250" spc="80">
                <a:solidFill>
                  <a:srgbClr val="444444"/>
                </a:solidFill>
                <a:latin typeface="Arial MT"/>
                <a:cs typeface="Arial MT"/>
              </a:rPr>
              <a:t>reporting</a:t>
            </a:r>
            <a:r>
              <a:rPr dirty="0" sz="2250" spc="2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50" spc="90">
                <a:solidFill>
                  <a:srgbClr val="494949"/>
                </a:solidFill>
                <a:latin typeface="Arial MT"/>
                <a:cs typeface="Arial MT"/>
              </a:rPr>
              <a:t>through</a:t>
            </a:r>
            <a:r>
              <a:rPr dirty="0" sz="2250" spc="22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464646"/>
                </a:solidFill>
                <a:latin typeface="Arial MT"/>
                <a:cs typeface="Arial MT"/>
              </a:rPr>
              <a:t>JUnit.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2026-03-07T09:23:33Z</dcterms:created>
  <dcterms:modified xsi:type="dcterms:W3CDTF">2026-03-07T09:23:33Z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2026-03-07T00:00:00Z</vt:filetime>
  </property>
  <property fmtid="{D5CDD505-2E9C-101B-9397-08002B2CF9AE}" pid="3" name="LastSaved">
    <vt:filetime>2026-03-07T00:00:00Z</vt:filetime>
  </property>
  <property fmtid="{D5CDD505-2E9C-101B-9397-08002B2CF9AE}" pid="4" name="Producer">
    <vt:lpwstr>iLovePDF</vt:lpwstr>
  </property>
</Properties>
</file>